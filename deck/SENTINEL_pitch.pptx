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sentinel@security-proxy:~$  ./launch-attack  ▌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05740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spc="200" kern="0" dirty="0">
                <a:solidFill>
                  <a:srgbClr val="E6EA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SENTINEL</a:t>
            </a:r>
            <a:endParaRPr lang="en-US" sz="7600" dirty="0"/>
          </a:p>
        </p:txBody>
      </p:sp>
      <p:sp>
        <p:nvSpPr>
          <p:cNvPr id="4" name="Text 2"/>
          <p:cNvSpPr/>
          <p:nvPr/>
        </p:nvSpPr>
        <p:spPr>
          <a:xfrm>
            <a:off x="548640" y="331012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provenance-aware security for agentic AI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Secure the action an agent takes — authorized by the provenance of everything it derived from.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4892040"/>
            <a:ext cx="815645" cy="329184"/>
          </a:xfrm>
          <a:prstGeom prst="roundRect">
            <a:avLst>
              <a:gd name="adj" fmla="val 50000"/>
            </a:avLst>
          </a:prstGeom>
          <a:solidFill>
            <a:srgbClr val="141A22"/>
          </a:solidFill>
          <a:ln w="15875">
            <a:solidFill>
              <a:srgbClr val="2DD4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4892040"/>
            <a:ext cx="81564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528877" y="4892040"/>
            <a:ext cx="647395" cy="329184"/>
          </a:xfrm>
          <a:prstGeom prst="roundRect">
            <a:avLst>
              <a:gd name="adj" fmla="val 50000"/>
            </a:avLst>
          </a:prstGeom>
          <a:solidFill>
            <a:srgbClr val="141A22"/>
          </a:solidFill>
          <a:ln w="15875">
            <a:solidFill>
              <a:srgbClr val="2DD4B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28877" y="4892040"/>
            <a:ext cx="6473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40864" y="4892040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141A22"/>
          </a:solidFill>
          <a:ln w="15875">
            <a:solidFill>
              <a:srgbClr val="8A97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40864" y="489204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36976" y="4892040"/>
            <a:ext cx="1741018" cy="329184"/>
          </a:xfrm>
          <a:prstGeom prst="roundRect">
            <a:avLst>
              <a:gd name="adj" fmla="val 50000"/>
            </a:avLst>
          </a:prstGeom>
          <a:solidFill>
            <a:srgbClr val="141A22"/>
          </a:solidFill>
          <a:ln w="15875">
            <a:solidFill>
              <a:srgbClr val="F43F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36976" y="4892040"/>
            <a:ext cx="17410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RETRIEVED_CONTENT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188306" y="489204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tainted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61264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7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 Build AI Hackathon 2026  ·  Security in the Agentic Future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· the problem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100" b="1" dirty="0">
                <a:solidFill>
                  <a:srgbClr val="E6EA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agent's tools are its attack surface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15568" y="1929384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6EA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Injection hides in retrieved content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115568" y="2295144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poisoned web page or document carries an instruction the agent never should have trusted.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3172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115568" y="313639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6EA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content filter that misses it won't stop it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115568" y="3502152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Obfuscated payloads slip past prompt-injection classifiers — by Microsoft's own admission.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43799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15568" y="4343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6EA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damage is the ACTION, not the words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115568" y="470916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Emailing a customer's SSN to an attacker is a tool call. Securing text doesn't secure the action.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903720" y="1965960"/>
            <a:ext cx="4736592" cy="3383280"/>
          </a:xfrm>
          <a:prstGeom prst="roundRect">
            <a:avLst>
              <a:gd name="adj" fmla="val 2162"/>
            </a:avLst>
          </a:prstGeom>
          <a:solidFill>
            <a:srgbClr val="141A22"/>
          </a:solidFill>
          <a:ln w="12700">
            <a:solidFill>
              <a:srgbClr val="202A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178040" y="22402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 · PROMPT SHIELDS DOCS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178040" y="269748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E6EA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“May not catch all attack vectors.</a:t>
            </a:r>
            <a:endParaRPr lang="en-US" sz="2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E6EA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”</a:t>
            </a:r>
            <a:endParaRPr lang="en-US" sz="2300" dirty="0"/>
          </a:p>
        </p:txBody>
      </p:sp>
      <p:sp>
        <p:nvSpPr>
          <p:cNvPr id="16" name="Text 14"/>
          <p:cNvSpPr/>
          <p:nvPr/>
        </p:nvSpPr>
        <p:spPr>
          <a:xfrm>
            <a:off x="7178040" y="39776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advises implementing “additional validation layers.”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178040" y="473659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SENTINEL is that action-layer backstop.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SENTINEL · provenance-aware MCP security proxy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271455" y="64373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· the thesis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E6EA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 lives in the </a:t>
            </a:r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causal path</a:t>
            </a:r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E6EA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from instruction-origin to action — </a:t>
            </a:r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in the text</a:t>
            </a:r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E6EA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of either.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6118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 SENTINEL secures the ACTION layer (tool calls), authorizing each one against the PROVENANCE of everything it derived from.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141A22"/>
          </a:solidFill>
          <a:ln w="12700">
            <a:solidFill>
              <a:srgbClr val="202A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5029200"/>
            <a:ext cx="274320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instruction-origin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(retrieved content)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337560" y="502920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5C67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931920" y="502920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141A22"/>
          </a:solidFill>
          <a:ln w="12700">
            <a:solidFill>
              <a:srgbClr val="202A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931920" y="5029200"/>
            <a:ext cx="274320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A9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derived_from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8A9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lineage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720840" y="502920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5C67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7315200" y="502920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141A22"/>
          </a:solidFill>
          <a:ln w="12700">
            <a:solidFill>
              <a:srgbClr val="202A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315200" y="5029200"/>
            <a:ext cx="274320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high-risk action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BLOCKED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SENTINEL · provenance-aware MCP security proxy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271455" y="64373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· architecture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100" b="1" dirty="0">
                <a:solidFill>
                  <a:srgbClr val="E6EA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Interception guaranteed by topology, not code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2468880" cy="1280160"/>
          </a:xfrm>
          <a:prstGeom prst="roundRect">
            <a:avLst>
              <a:gd name="adj" fmla="val 5714"/>
            </a:avLst>
          </a:prstGeom>
          <a:solidFill>
            <a:srgbClr val="141A22"/>
          </a:solidFill>
          <a:ln w="12700">
            <a:solidFill>
              <a:srgbClr val="202A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23957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788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Foundry · Claude · GPT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A9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any MCP client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035808" y="269748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035808" y="2926080"/>
            <a:ext cx="868680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977640" y="2011680"/>
            <a:ext cx="4617720" cy="3246120"/>
          </a:xfrm>
          <a:prstGeom prst="roundRect">
            <a:avLst>
              <a:gd name="adj" fmla="val 2254"/>
            </a:avLst>
          </a:prstGeom>
          <a:solidFill>
            <a:srgbClr val="10171F"/>
          </a:solidFill>
          <a:ln w="12700">
            <a:solidFill>
              <a:srgbClr val="202A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160520" y="21488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SENTINEL  ·  the only reachable MCP endpoint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160520" y="2606040"/>
            <a:ext cx="4251960" cy="566928"/>
          </a:xfrm>
          <a:prstGeom prst="roundRect">
            <a:avLst>
              <a:gd name="adj" fmla="val 8065"/>
            </a:avLst>
          </a:prstGeom>
          <a:solidFill>
            <a:srgbClr val="141A22"/>
          </a:solidFill>
          <a:ln w="12700">
            <a:solidFill>
              <a:srgbClr val="202A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79392" y="2633472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 provenance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760720" y="2633472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set-union taint over derived_from lineage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60520" y="3255264"/>
            <a:ext cx="4251960" cy="566928"/>
          </a:xfrm>
          <a:prstGeom prst="roundRect">
            <a:avLst>
              <a:gd name="adj" fmla="val 8065"/>
            </a:avLst>
          </a:prstGeom>
          <a:solidFill>
            <a:srgbClr val="141A22"/>
          </a:solidFill>
          <a:ln w="12700">
            <a:solidFill>
              <a:srgbClr val="202A3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79392" y="3282696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 authorization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60720" y="3282696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typed-AST policy · deny-overrides · no eval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160520" y="3904488"/>
            <a:ext cx="4251960" cy="566928"/>
          </a:xfrm>
          <a:prstGeom prst="roundRect">
            <a:avLst>
              <a:gd name="adj" fmla="val 8065"/>
            </a:avLst>
          </a:prstGeom>
          <a:solidFill>
            <a:srgbClr val="141A22"/>
          </a:solidFill>
          <a:ln w="12700">
            <a:solidFill>
              <a:srgbClr val="202A3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79392" y="3931920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 trust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760720" y="393192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anomaly scorer → quarantine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160520" y="4553712"/>
            <a:ext cx="4251960" cy="566928"/>
          </a:xfrm>
          <a:prstGeom prst="roundRect">
            <a:avLst>
              <a:gd name="adj" fmla="val 8065"/>
            </a:avLst>
          </a:prstGeom>
          <a:solidFill>
            <a:srgbClr val="141A22"/>
          </a:solidFill>
          <a:ln w="12700">
            <a:solidFill>
              <a:srgbClr val="202A3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79392" y="4581144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 forensics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760720" y="4581144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OTel spans + seq → replay / SOC export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613648" y="2926080"/>
            <a:ext cx="868680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8613648" y="269748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555480" y="2286000"/>
            <a:ext cx="2084832" cy="1280160"/>
          </a:xfrm>
          <a:prstGeom prst="roundRect">
            <a:avLst>
              <a:gd name="adj" fmla="val 5714"/>
            </a:avLst>
          </a:prstGeom>
          <a:solidFill>
            <a:srgbClr val="141A22"/>
          </a:solidFill>
          <a:ln w="12700">
            <a:solidFill>
              <a:srgbClr val="202A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555480" y="2395728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6EA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 SERVERS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555480" y="2761488"/>
            <a:ext cx="2084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9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web_fetch · send_email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9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get_customer_record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" y="55321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network-isolated · reachable ONLY from SENTINEL · no external ingress  →  “what stops the agent calling tools directly?” is answered by the network, not by hope.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486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SENTINEL · provenance-aware MCP security proxy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271455" y="64373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04 · the differentiator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100" b="1" dirty="0">
                <a:solidFill>
                  <a:srgbClr val="E6EA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Provenance is a set. Taint is membership.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141A22"/>
          </a:solidFill>
          <a:ln w="12700">
            <a:solidFill>
              <a:srgbClr val="202A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1945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PROVENANCE MODEL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60604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effective_provenance(span)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9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= ⋃ label over transitive derived_from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is_tainted(span)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:= RETRIEVED_CONTENT ∈ effective_provenance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9776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real cycle-safe graph walk — never a single mutable enum, never a cached flag.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22960" y="4617720"/>
            <a:ext cx="647395" cy="329184"/>
          </a:xfrm>
          <a:prstGeom prst="roundRect">
            <a:avLst>
              <a:gd name="adj" fmla="val 50000"/>
            </a:avLst>
          </a:prstGeom>
          <a:solidFill>
            <a:srgbClr val="141A22"/>
          </a:solidFill>
          <a:ln w="15875">
            <a:solidFill>
              <a:srgbClr val="2DD4B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617720"/>
            <a:ext cx="6473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07515" y="46177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7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web_fetch →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7715" y="4617720"/>
            <a:ext cx="647395" cy="329184"/>
          </a:xfrm>
          <a:prstGeom prst="roundRect">
            <a:avLst>
              <a:gd name="adj" fmla="val 50000"/>
            </a:avLst>
          </a:prstGeom>
          <a:solidFill>
            <a:srgbClr val="141A22"/>
          </a:solidFill>
          <a:ln w="15875">
            <a:solidFill>
              <a:srgbClr val="2DD4B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7715" y="4617720"/>
            <a:ext cx="6473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964838" y="4617720"/>
            <a:ext cx="1741018" cy="329184"/>
          </a:xfrm>
          <a:prstGeom prst="roundRect">
            <a:avLst>
              <a:gd name="adj" fmla="val 50000"/>
            </a:avLst>
          </a:prstGeom>
          <a:solidFill>
            <a:srgbClr val="141A22"/>
          </a:solidFill>
          <a:ln w="15875">
            <a:solidFill>
              <a:srgbClr val="F43F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64838" y="4617720"/>
            <a:ext cx="17410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RETRIEVED_CONTENT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51206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7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set ACQUIRES a member — it does not flip.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45352" y="196596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141A22"/>
          </a:solidFill>
          <a:ln w="12700">
            <a:solidFill>
              <a:srgbClr val="202A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19672" y="21945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AUTHORIZATION ENGINE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19672" y="260604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A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Typed condition AST — never eval()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19672" y="28986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policy compiles to a tree; predicates are tree-walked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19672" y="344728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A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Deny-overrides + default-deny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19672" y="373989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first matching deny short-circuits; unknown tool = denied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519672" y="4288536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A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Fail-closed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19672" y="458114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unevaluable rule or malformed lineage → deny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519672" y="512978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A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sanitizer cuts lineage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519672" y="542239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StructuredExtractor: schema-valid → fresh SYSTEM node; can't launder a tainted sibling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486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SENTINEL · provenance-aware MCP security proxy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271455" y="64373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05 · the hero attack — verified live over the real control plane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100" b="1" dirty="0">
                <a:solidFill>
                  <a:srgbClr val="E6EA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shield misses. The architecture blocks.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5943600" cy="841248"/>
          </a:xfrm>
          <a:prstGeom prst="roundRect">
            <a:avLst>
              <a:gd name="adj" fmla="val 8696"/>
            </a:avLst>
          </a:prstGeom>
          <a:solidFill>
            <a:srgbClr val="141A22"/>
          </a:solidFill>
          <a:ln w="12700">
            <a:solidFill>
              <a:srgbClr val="202A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13232" y="2066544"/>
            <a:ext cx="868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 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572768" y="210312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get_customer_record(42)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572768" y="2432304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{USER, AGENT}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349240" y="2249424"/>
            <a:ext cx="960120" cy="365760"/>
          </a:xfrm>
          <a:prstGeom prst="roundRect">
            <a:avLst>
              <a:gd name="adj" fmla="val 50000"/>
            </a:avLst>
          </a:prstGeom>
          <a:solidFill>
            <a:srgbClr val="141A22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49240" y="224942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ALLOW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962656"/>
            <a:ext cx="5943600" cy="841248"/>
          </a:xfrm>
          <a:prstGeom prst="roundRect">
            <a:avLst>
              <a:gd name="adj" fmla="val 8696"/>
            </a:avLst>
          </a:prstGeom>
          <a:solidFill>
            <a:srgbClr val="141A22"/>
          </a:solidFill>
          <a:ln w="12700">
            <a:solidFill>
              <a:srgbClr val="202A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13232" y="3017520"/>
            <a:ext cx="868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 8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572768" y="305409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web_fetch(poisoned page)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572768" y="338328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RETRIEVED_CONTENT enters lineage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349240" y="3200400"/>
            <a:ext cx="960120" cy="365760"/>
          </a:xfrm>
          <a:prstGeom prst="roundRect">
            <a:avLst>
              <a:gd name="adj" fmla="val 50000"/>
            </a:avLst>
          </a:prstGeom>
          <a:solidFill>
            <a:srgbClr val="141A22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49240" y="3200400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ALLOW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913632"/>
            <a:ext cx="5943600" cy="841248"/>
          </a:xfrm>
          <a:prstGeom prst="roundRect">
            <a:avLst>
              <a:gd name="adj" fmla="val 8696"/>
            </a:avLst>
          </a:prstGeom>
          <a:solidFill>
            <a:srgbClr val="141A22"/>
          </a:solidFill>
          <a:ln w="12700">
            <a:solidFill>
              <a:srgbClr val="202A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13232" y="3968496"/>
            <a:ext cx="868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 11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572768" y="400507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Layer-1 shield scans page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572768" y="4334256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attack_detected = false  (evaded)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349240" y="4151376"/>
            <a:ext cx="960120" cy="365760"/>
          </a:xfrm>
          <a:prstGeom prst="roundRect">
            <a:avLst>
              <a:gd name="adj" fmla="val 50000"/>
            </a:avLst>
          </a:prstGeom>
          <a:solidFill>
            <a:srgbClr val="141A22"/>
          </a:solidFill>
          <a:ln w="19050">
            <a:solidFill>
              <a:srgbClr val="FBBF2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49240" y="4151376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MISS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864608"/>
            <a:ext cx="5943600" cy="841248"/>
          </a:xfrm>
          <a:prstGeom prst="roundRect">
            <a:avLst>
              <a:gd name="adj" fmla="val 8696"/>
            </a:avLst>
          </a:prstGeom>
          <a:solidFill>
            <a:srgbClr val="141A22"/>
          </a:solidFill>
          <a:ln w="12700">
            <a:solidFill>
              <a:srgbClr val="202A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13232" y="4919472"/>
            <a:ext cx="868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 13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572768" y="4956048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send_email(attacker, …SSN…)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1572768" y="528523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rule: block-untrusted-origin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349240" y="5102352"/>
            <a:ext cx="960120" cy="365760"/>
          </a:xfrm>
          <a:prstGeom prst="roundRect">
            <a:avLst>
              <a:gd name="adj" fmla="val 50000"/>
            </a:avLst>
          </a:prstGeom>
          <a:solidFill>
            <a:srgbClr val="141A22"/>
          </a:solidFill>
          <a:ln w="19050">
            <a:solidFill>
              <a:srgbClr val="F43F5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49240" y="510235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DENY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812280" y="2011680"/>
            <a:ext cx="4828032" cy="1783080"/>
          </a:xfrm>
          <a:prstGeom prst="roundRect">
            <a:avLst>
              <a:gd name="adj" fmla="val 4103"/>
            </a:avLst>
          </a:prstGeom>
          <a:solidFill>
            <a:srgbClr val="1A1012"/>
          </a:solidFill>
          <a:ln w="12700">
            <a:solidFill>
              <a:srgbClr val="202A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040880" y="21945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WITHOUT SENTINEL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040880" y="2542032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SSN 000-00-0000  +  api_key sk-synthetic…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delivered to attacker@evil-corp.io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812280" y="3977640"/>
            <a:ext cx="4828032" cy="1783080"/>
          </a:xfrm>
          <a:prstGeom prst="roundRect">
            <a:avLst>
              <a:gd name="adj" fmla="val 4103"/>
            </a:avLst>
          </a:prstGeom>
          <a:solidFill>
            <a:srgbClr val="0F1A14"/>
          </a:solidFill>
          <a:ln w="12700">
            <a:solidFill>
              <a:srgbClr val="202A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040880" y="41605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SENTINEL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040880" y="4507992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send_email BLOCKED · outbox empty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secrets NEVER persisted · trust 100 → 70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48640" y="59893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Both runs proven over real HTTP — same pipeline, only the proxy differs.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486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SENTINEL · provenance-aware MCP security proxy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271455" y="64373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06 · defense in depth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100" b="1" dirty="0">
                <a:solidFill>
                  <a:srgbClr val="E6EA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layers, one forensic spine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141A22"/>
          </a:solidFill>
          <a:ln w="12700">
            <a:solidFill>
              <a:srgbClr val="202A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2221992"/>
            <a:ext cx="64008" cy="145389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2313432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LAYER 1 · shield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41248" y="2807208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Prompt-injection scan — fallible by design. Flags, never blocks.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9632" y="205740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141A22"/>
          </a:solidFill>
          <a:ln w="12700">
            <a:solidFill>
              <a:srgbClr val="202A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199632" y="2221992"/>
            <a:ext cx="64008" cy="145389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10" name="Text 8"/>
          <p:cNvSpPr/>
          <p:nvPr/>
        </p:nvSpPr>
        <p:spPr>
          <a:xfrm>
            <a:off x="6492240" y="2313432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AUTHORIZATION · the backstop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92240" y="2807208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Provenance-aware policy. The thesis. Stops the action even when L1 is evaded.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11480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141A22"/>
          </a:solidFill>
          <a:ln w="12700">
            <a:solidFill>
              <a:srgbClr val="202A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4279392"/>
            <a:ext cx="64008" cy="1453896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4370832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TRUST · containment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41248" y="4864608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Laplace-smoothed anomaly scoring → quarantine. Subordinate to authorization.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99632" y="411480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141A22"/>
          </a:solidFill>
          <a:ln w="12700">
            <a:solidFill>
              <a:srgbClr val="202A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99632" y="4279392"/>
            <a:ext cx="64008" cy="1453896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0" y="4370832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FORENSICS · the record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492240" y="4864608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Immutable OTel spans + per-trace seq → deterministic replay + SOC JSONL export.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SENTINEL · provenance-aware MCP security proxy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271455" y="64373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07 · azure is load-bearing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100" b="1" dirty="0">
                <a:solidFill>
                  <a:srgbClr val="E6EA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pipeline. Azure lights up the integrations.</a:t>
            </a:r>
            <a:endParaRPr lang="en-US" sz="3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14223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6EAF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CAPABILITY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7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8A97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DEMO MODE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7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2D3E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AZURE MODE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71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AF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Layer-1 shield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7A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local detector (fallible)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D4B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 Content Safety · Prompt Shields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A2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AF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Attack classifier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7A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rule-based SOC labels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D4B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 OpenAI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A2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AF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Forensic persistence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7A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in-memory / SQLite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D4B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Cosmos DB · partitioned by trace_id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A2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AF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Observability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7A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local span log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D4B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 Monitor · App Insights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A2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AF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 driver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7A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scripted transcript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D4B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live Foundry Agent Service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A2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AF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Secrets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7A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gitignored .env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D4B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Key Vault + managed-identity RBAC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02A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A2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669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the agent driver differs between modes — provenance / authorization / trust / forensics are the identical code path.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486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SENTINEL · provenance-aware MCP security proxy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271455" y="64373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08 · why it wins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100" b="1" dirty="0">
                <a:solidFill>
                  <a:srgbClr val="E6EA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Depth where the score lives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633472" cy="1234440"/>
          </a:xfrm>
          <a:prstGeom prst="roundRect">
            <a:avLst>
              <a:gd name="adj" fmla="val 5926"/>
            </a:avLst>
          </a:prstGeom>
          <a:solidFill>
            <a:srgbClr val="141A22"/>
          </a:solidFill>
          <a:ln w="12700">
            <a:solidFill>
              <a:srgbClr val="202A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2011680"/>
            <a:ext cx="2633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277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2633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tests passing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49447" y="1920240"/>
            <a:ext cx="2633472" cy="1234440"/>
          </a:xfrm>
          <a:prstGeom prst="roundRect">
            <a:avLst>
              <a:gd name="adj" fmla="val 5926"/>
            </a:avLst>
          </a:prstGeom>
          <a:solidFill>
            <a:srgbClr val="141A22"/>
          </a:solidFill>
          <a:ln w="12700">
            <a:solidFill>
              <a:srgbClr val="202A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49447" y="2011680"/>
            <a:ext cx="2633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3349447" y="2743200"/>
            <a:ext cx="2633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uses of eval()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50254" y="1920240"/>
            <a:ext cx="2633472" cy="1234440"/>
          </a:xfrm>
          <a:prstGeom prst="roundRect">
            <a:avLst>
              <a:gd name="adj" fmla="val 5926"/>
            </a:avLst>
          </a:prstGeom>
          <a:solidFill>
            <a:srgbClr val="141A22"/>
          </a:solidFill>
          <a:ln w="12700">
            <a:solidFill>
              <a:srgbClr val="202A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50254" y="2011680"/>
            <a:ext cx="2633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mypy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6150254" y="2743200"/>
            <a:ext cx="2633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--strict clean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951062" y="1920240"/>
            <a:ext cx="2633472" cy="1234440"/>
          </a:xfrm>
          <a:prstGeom prst="roundRect">
            <a:avLst>
              <a:gd name="adj" fmla="val 5926"/>
            </a:avLst>
          </a:prstGeom>
          <a:solidFill>
            <a:srgbClr val="141A22"/>
          </a:solidFill>
          <a:ln w="12700">
            <a:solidFill>
              <a:srgbClr val="202A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951062" y="2011680"/>
            <a:ext cx="2633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951062" y="2743200"/>
            <a:ext cx="2633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calls intercepted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383280"/>
            <a:ext cx="3593592" cy="182880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 w="12700">
            <a:solidFill>
              <a:srgbClr val="202A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77240" y="3584448"/>
            <a:ext cx="3136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77240" y="3977640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Topology-guaranteed interception · set-union provenance + taint predicate · typed policy AST · OTel + seq replay.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297680" y="3383280"/>
            <a:ext cx="3593592" cy="182880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 w="12700">
            <a:solidFill>
              <a:srgbClr val="202A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26280" y="3584448"/>
            <a:ext cx="3136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INTEGRATION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26280" y="3977640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 + SENTINEL-as-MCP-client + Prompt Shields L1 + Azure OpenAI classifier — provenance-aware authorization is the AI story.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046720" y="3383280"/>
            <a:ext cx="3593592" cy="182880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 w="12700">
            <a:solidFill>
              <a:srgbClr val="202A3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275320" y="3584448"/>
            <a:ext cx="3136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MARKET FIT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75320" y="3977640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Generic MCP proxy secures ANY agent · no agent-code modification · multi-tenant policy · SOC JSONL export.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54406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7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Honest by design: provenance is message-level, not token-level; SENTINEL secures the action, not the model's cognition. Stating the boundary is what makes it a product.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86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SENTINEL · provenance-aware MCP security proxy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271455" y="64373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488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6EA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on the causal path,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29260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on the words.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40690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SENTINEL in front of any MCP agent — Foundry, Claude, GPT, custom — with no agent-code modification. Interception is the network topology; the proxy is infrastructure, not a sandbox.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sentinel@security-proxy:~$  make serve   #  dashboard + control plane + /mcp wire endpoint  ▌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 — provenance-aware MCP security proxy</dc:title>
  <dc:subject>PptxGenJS Presentation</dc:subject>
  <dc:creator>SENTINEL team</dc:creator>
  <cp:lastModifiedBy>SENTINEL team</cp:lastModifiedBy>
  <cp:revision>1</cp:revision>
  <dcterms:created xsi:type="dcterms:W3CDTF">2026-06-06T12:21:42Z</dcterms:created>
  <dcterms:modified xsi:type="dcterms:W3CDTF">2026-06-06T12:21:42Z</dcterms:modified>
</cp:coreProperties>
</file>