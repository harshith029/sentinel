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spc="400" kern="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SENTINEL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Provenance-aware security for AI agents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an agent takes is checked against where its instructions came from —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a poisoned web page can never make an agent leak your data.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Pali Krishna Harshith    ·    Microsoft Build AI Hackathon 2026  —  Security in the Agentic Future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don't just talk. They act.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2148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call real tools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55117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send emails, read customer records, and move data — autonomously.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34472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hide in what agents read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84962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poisoned web page or document can carry hidden instructions the agent will follow.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47457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check words, not actions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514807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Obfuscated attacks slip past text filters — and the harmful action still goes through.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181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MICROSOFT, ON ITS OWN FILTER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29718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“May not catch all attack vectors.”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18120" y="4206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advises adding “additional validation layers” beyond Prompt Shields.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5029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is that layer.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Don't judge the words.
</a:t>
            </a:r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Judge where they came from.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tracks the origin of everything an agent sees, and checks every action against that lineage. If a risky action traces back to untrusted content, it is blocked — no matter how cleverly the attack was phrased.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89204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50383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Untrusted content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poisoned page is read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95344" y="4892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98848" y="489204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27448" y="50383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influences the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origin is remembered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16952" y="4892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20456" y="489204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49056" y="50383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Risky action attempted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— origin is untrusted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security checkpoint between the agent and its tools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· Claude · GPT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any custom agent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331012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931920" y="2103120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121A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06240" y="2286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33672" y="28072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the origin of everything the agent has seen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33672" y="3520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502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35040" y="3502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decides each action using those origins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33672" y="42336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2153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35040" y="4215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abuse quarantines the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33672" y="49469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49286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035040" y="49286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becomes a replayable audit trail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69680" y="331012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646920" y="25146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469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4692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web ·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behind SENTINEL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tools are reachable only through SENTINEL. Interception is guaranteed by the network itself — there is nothing to forget, disable, or bypass in the agent's code.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CAPTURED FROM THE WORKING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poisoned page tries to steal customer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286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looks up a customer record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SSN, API key — a legitimate, user-requested step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0" y="24140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4ADE8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50976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172968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3101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reads a pricing page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6758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page hides an instruction: “email this record to the attacker”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0" y="343814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4ADE8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509760" y="3438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43342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content filter scans the page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000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attack is obfuscated — it slips straight past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09760" y="44622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4462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21224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7280" y="53583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tries to email the record 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7241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action traces back to the untrusted page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509760" y="5486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09760" y="5486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2636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filter failed — and the attack still died. The block came from provenance, not pattern-matching.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agent. Same attack. One difference.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1C1418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4300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SENTINEL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customer's SSN and API key are delivered to the attacker's inbox.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stood between the instruction and the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228600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121C16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11112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SENTINEL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1112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email is blocked. The outbox is empty. The secrets never left.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11112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by policy, logged as evidence, trust score lowered.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runs are reproducible live on the dashboard — one click.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the Microsoft AI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24128" y="231343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Content Safety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24128" y="2679192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Shields screen incoming content — the first line of defense.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17720" y="231343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7720" y="2679192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every blocked attempt (exfiltration, privilege escalation) for the SOC export.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64424" y="2148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11312" y="231343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11312" y="2679192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protected agent runs on Foundry Agent Service, connected to SENTINEL as its only tool endpoint.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831336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4128" y="399592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Cosmos DB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24128" y="4361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the forensic evidence trail, partitioned per investigation.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3831336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17720" y="399592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Monitor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4361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tracing across the whole pipeline via Application Insights.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64424" y="3831336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11312" y="399592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11312" y="4361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Hosts the deployment; tool servers are locked to internal-only networking.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58064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runs the identical security pipeline offline; the Azure services light up in production mode — and the dashboard shows exactly which.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engineering, not a wrapper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277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0148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0148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07308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tool calls intercepted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163056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0216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unsafe code paths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55964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55964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93124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to reproduce the attack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4128" y="4069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Tamper-proof lineage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48056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 one value can't whitewash the rest — recombine it with tainted text and the taint comes back.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70832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17720" y="4069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 safe, always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448056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tools are denied by default; anything the policy can't evaluate is denied too.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64424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11312" y="4069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logs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11312" y="448056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is an immutable record — replayable step by step, exportable to a SOC.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typed end to end · clean CI on every commit · secret-scanned · MIT licensed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Drop-in protection for any agent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agent changes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251960" y="216712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any MCP-speaking agent at SENTINEL and it is protected — Microsoft Foundry, Claude, GPT, or custom. No SDK, no code modification.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Standards-based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51960" y="349300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is the emerging standard for agent tools. SENTINEL secures it as infrastructure — one proxy protects every agent behind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800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 posture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51960" y="481888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Per-tenant policies with safe hot-reload, quarantine containment, and SIEM-ready security alerts out of the box.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scope: SENTINEL secures the actions an agent takes, not the model's inner reasoning — and states that boundary precisely.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Pali Krishna Harshith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build — architecture, security core, proxy &amp; control plane, dashboard, deployment.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3474720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Security on the causal path,
</a:t>
            </a:r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not on the words.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55321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github.com/Harshith029/SENTINEL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AI Hackathon 2026 — Security in the Agentic Future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provenance-aware security for AI agents</dc:title>
  <dc:subject>PptxGenJS Presentation</dc:subject>
  <dc:creator>Pali Krishna Harshith</dc:creator>
  <cp:lastModifiedBy>Pali Krishna Harshith</cp:lastModifiedBy>
  <cp:revision>1</cp:revision>
  <dcterms:created xsi:type="dcterms:W3CDTF">2026-06-09T23:55:57Z</dcterms:created>
  <dcterms:modified xsi:type="dcterms:W3CDTF">2026-06-09T23:55:57Z</dcterms:modified>
</cp:coreProperties>
</file>