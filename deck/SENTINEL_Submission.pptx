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6858000" cy="9144000"/>
  <p:embeddedFontLst>
    <p:embeddedFont>
      <p:font typeface="Roboto" panose="02000000000000000000" pitchFamily="2" charset="0"/>
      <p:regular r:id="rId10"/>
      <p:bold r:id="rId11"/>
      <p:italic r:id="rId12"/>
      <p:boldItalic r:id="rId13"/>
    </p:embeddedFont>
    <p:embeddedFont>
      <p:font typeface="Roboto Slab" pitchFamily="2" charset="0"/>
      <p:regular r:id="rId14"/>
      <p:bold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9" roundtripDataSignature="AMtx7mhnhT3gIw6FOvW5xyCHR27w99wa+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font" Target="fonts/font3.fntdata"/><Relationship Id="rId2" Type="http://schemas.openxmlformats.org/officeDocument/2006/relationships/slide" Target="slides/slide1.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font" Target="fonts/font6.fntdata"/><Relationship Id="rId23" Type="http://schemas.openxmlformats.org/officeDocument/2006/relationships/tableStyles" Target="tableStyles.xml"/><Relationship Id="rId10" Type="http://schemas.openxmlformats.org/officeDocument/2006/relationships/font" Target="fonts/font1.fntdata"/><Relationship Id="rId19" Type="http://customschemas.google.com/relationships/presentationmetadata" Target="meta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shith Pali" userId="238c5f6db745e671" providerId="LiveId" clId="{B270F330-4F73-4C79-A888-372117814B3B}"/>
    <pc:docChg chg="custSel modSld">
      <pc:chgData name="Harshith Pali" userId="238c5f6db745e671" providerId="LiveId" clId="{B270F330-4F73-4C79-A888-372117814B3B}" dt="2026-06-10T05:18:31.528" v="246"/>
      <pc:docMkLst>
        <pc:docMk/>
      </pc:docMkLst>
      <pc:sldChg chg="modSp mod">
        <pc:chgData name="Harshith Pali" userId="238c5f6db745e671" providerId="LiveId" clId="{B270F330-4F73-4C79-A888-372117814B3B}" dt="2026-06-10T05:16:30.296" v="96" actId="947"/>
        <pc:sldMkLst>
          <pc:docMk/>
          <pc:sldMk cId="0" sldId="256"/>
        </pc:sldMkLst>
        <pc:spChg chg="mod">
          <ac:chgData name="Harshith Pali" userId="238c5f6db745e671" providerId="LiveId" clId="{B270F330-4F73-4C79-A888-372117814B3B}" dt="2026-06-10T05:16:30.296" v="96" actId="947"/>
          <ac:spMkLst>
            <pc:docMk/>
            <pc:sldMk cId="0" sldId="256"/>
            <ac:spMk id="2" creationId="{7C69EF2C-A679-E985-572D-F059E5B6D55C}"/>
          </ac:spMkLst>
        </pc:spChg>
      </pc:sldChg>
      <pc:sldChg chg="modSp mod">
        <pc:chgData name="Harshith Pali" userId="238c5f6db745e671" providerId="LiveId" clId="{B270F330-4F73-4C79-A888-372117814B3B}" dt="2026-06-10T05:16:30.316" v="106"/>
        <pc:sldMkLst>
          <pc:docMk/>
          <pc:sldMk cId="0" sldId="257"/>
        </pc:sldMkLst>
        <pc:spChg chg="mod">
          <ac:chgData name="Harshith Pali" userId="238c5f6db745e671" providerId="LiveId" clId="{B270F330-4F73-4C79-A888-372117814B3B}" dt="2026-06-10T05:16:30.316" v="106"/>
          <ac:spMkLst>
            <pc:docMk/>
            <pc:sldMk cId="0" sldId="257"/>
            <ac:spMk id="70" creationId="{00000000-0000-0000-0000-000000000000}"/>
          </ac:spMkLst>
        </pc:spChg>
      </pc:sldChg>
      <pc:sldChg chg="delSp modSp mod">
        <pc:chgData name="Harshith Pali" userId="238c5f6db745e671" providerId="LiveId" clId="{B270F330-4F73-4C79-A888-372117814B3B}" dt="2026-06-10T05:17:14.122" v="185"/>
        <pc:sldMkLst>
          <pc:docMk/>
          <pc:sldMk cId="0" sldId="260"/>
        </pc:sldMkLst>
        <pc:spChg chg="mod">
          <ac:chgData name="Harshith Pali" userId="238c5f6db745e671" providerId="LiveId" clId="{B270F330-4F73-4C79-A888-372117814B3B}" dt="2026-06-10T05:16:30.334" v="115" actId="947"/>
          <ac:spMkLst>
            <pc:docMk/>
            <pc:sldMk cId="0" sldId="260"/>
            <ac:spMk id="93" creationId="{00000000-0000-0000-0000-000000000000}"/>
          </ac:spMkLst>
        </pc:spChg>
        <pc:spChg chg="del">
          <ac:chgData name="Harshith Pali" userId="238c5f6db745e671" providerId="LiveId" clId="{B270F330-4F73-4C79-A888-372117814B3B}" dt="2026-06-10T05:15:23.487" v="31"/>
          <ac:spMkLst>
            <pc:docMk/>
            <pc:sldMk cId="0" sldId="260"/>
            <ac:spMk id="94" creationId="{00000000-0000-0000-0000-000000000000}"/>
          </ac:spMkLst>
        </pc:spChg>
        <pc:spChg chg="del">
          <ac:chgData name="Harshith Pali" userId="238c5f6db745e671" providerId="LiveId" clId="{B270F330-4F73-4C79-A888-372117814B3B}" dt="2026-06-10T05:15:23.489" v="33"/>
          <ac:spMkLst>
            <pc:docMk/>
            <pc:sldMk cId="0" sldId="260"/>
            <ac:spMk id="95" creationId="{00000000-0000-0000-0000-000000000000}"/>
          </ac:spMkLst>
        </pc:spChg>
        <pc:picChg chg="mod">
          <ac:chgData name="Harshith Pali" userId="238c5f6db745e671" providerId="LiveId" clId="{B270F330-4F73-4C79-A888-372117814B3B}" dt="2026-06-10T05:17:14.122" v="185"/>
          <ac:picMkLst>
            <pc:docMk/>
            <pc:sldMk cId="0" sldId="260"/>
            <ac:picMk id="3" creationId="{704F0CCB-7641-86E8-E960-3A810DF7431D}"/>
          </ac:picMkLst>
        </pc:picChg>
        <pc:picChg chg="mod">
          <ac:chgData name="Harshith Pali" userId="238c5f6db745e671" providerId="LiveId" clId="{B270F330-4F73-4C79-A888-372117814B3B}" dt="2026-06-10T05:17:14.118" v="177"/>
          <ac:picMkLst>
            <pc:docMk/>
            <pc:sldMk cId="0" sldId="260"/>
            <ac:picMk id="96" creationId="{00000000-0000-0000-0000-000000000000}"/>
          </ac:picMkLst>
        </pc:picChg>
      </pc:sldChg>
      <pc:sldChg chg="modSp mod">
        <pc:chgData name="Harshith Pali" userId="238c5f6db745e671" providerId="LiveId" clId="{B270F330-4F73-4C79-A888-372117814B3B}" dt="2026-06-10T05:18:31.528" v="246"/>
        <pc:sldMkLst>
          <pc:docMk/>
          <pc:sldMk cId="0" sldId="261"/>
        </pc:sldMkLst>
        <pc:spChg chg="mod">
          <ac:chgData name="Harshith Pali" userId="238c5f6db745e671" providerId="LiveId" clId="{B270F330-4F73-4C79-A888-372117814B3B}" dt="2026-06-10T05:18:31.528" v="246"/>
          <ac:spMkLst>
            <pc:docMk/>
            <pc:sldMk cId="0" sldId="261"/>
            <ac:spMk id="102" creationId="{00000000-0000-0000-0000-000000000000}"/>
          </ac:spMkLst>
        </pc:spChg>
        <pc:picChg chg="mod">
          <ac:chgData name="Harshith Pali" userId="238c5f6db745e671" providerId="LiveId" clId="{B270F330-4F73-4C79-A888-372117814B3B}" dt="2026-06-10T05:17:53.283" v="236"/>
          <ac:picMkLst>
            <pc:docMk/>
            <pc:sldMk cId="0" sldId="261"/>
            <ac:picMk id="3" creationId="{B13A459D-8BDB-ED27-79AA-3159835949AD}"/>
          </ac:picMkLst>
        </pc:picChg>
        <pc:picChg chg="mod">
          <ac:chgData name="Harshith Pali" userId="238c5f6db745e671" providerId="LiveId" clId="{B270F330-4F73-4C79-A888-372117814B3B}" dt="2026-06-10T05:17:53.281" v="228"/>
          <ac:picMkLst>
            <pc:docMk/>
            <pc:sldMk cId="0" sldId="261"/>
            <ac:picMk id="103" creationId="{00000000-0000-0000-0000-000000000000}"/>
          </ac:picMkLst>
        </pc:picChg>
      </pc:sldChg>
      <pc:sldChg chg="modSp mod">
        <pc:chgData name="Harshith Pali" userId="238c5f6db745e671" providerId="LiveId" clId="{B270F330-4F73-4C79-A888-372117814B3B}" dt="2026-06-10T05:16:30.417" v="169"/>
        <pc:sldMkLst>
          <pc:docMk/>
          <pc:sldMk cId="0" sldId="262"/>
        </pc:sldMkLst>
        <pc:picChg chg="mod">
          <ac:chgData name="Harshith Pali" userId="238c5f6db745e671" providerId="LiveId" clId="{B270F330-4F73-4C79-A888-372117814B3B}" dt="2026-06-10T05:16:30.417" v="167"/>
          <ac:picMkLst>
            <pc:docMk/>
            <pc:sldMk cId="0" sldId="262"/>
            <ac:picMk id="3" creationId="{A530E231-1BC1-2C56-F1C4-47267D0B35F1}"/>
          </ac:picMkLst>
        </pc:picChg>
        <pc:picChg chg="mod">
          <ac:chgData name="Harshith Pali" userId="238c5f6db745e671" providerId="LiveId" clId="{B270F330-4F73-4C79-A888-372117814B3B}" dt="2026-06-10T05:16:30.417" v="169"/>
          <ac:picMkLst>
            <pc:docMk/>
            <pc:sldMk cId="0" sldId="262"/>
            <ac:picMk id="5" creationId="{5966E216-569D-3D85-1886-C70BB2E6707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6" name="Google Shape;7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3" name="Google Shape;83;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 name="Google Shape;90;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83372e3e9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9" name="Google Shape;99;g83372e3e9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83372e3e9c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 name="Google Shape;106;g83372e3e9c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
        <p:cNvGrpSpPr/>
        <p:nvPr/>
      </p:nvGrpSpPr>
      <p:grpSpPr>
        <a:xfrm>
          <a:off x="0" y="0"/>
          <a:ext cx="0" cy="0"/>
          <a:chOff x="0" y="0"/>
          <a:chExt cx="0" cy="0"/>
        </a:xfrm>
      </p:grpSpPr>
      <p:cxnSp>
        <p:nvCxnSpPr>
          <p:cNvPr id="10" name="Google Shape;10;g83372e3e9c_1_3138"/>
          <p:cNvCxnSpPr/>
          <p:nvPr/>
        </p:nvCxnSpPr>
        <p:spPr>
          <a:xfrm>
            <a:off x="4359602" y="2817464"/>
            <a:ext cx="424800" cy="0"/>
          </a:xfrm>
          <a:prstGeom prst="straightConnector1">
            <a:avLst/>
          </a:prstGeom>
          <a:noFill/>
          <a:ln w="38100" cap="flat" cmpd="sng">
            <a:solidFill>
              <a:schemeClr val="accent4"/>
            </a:solidFill>
            <a:prstDash val="solid"/>
            <a:round/>
            <a:headEnd type="none" w="sm" len="sm"/>
            <a:tailEnd type="none" w="sm" len="sm"/>
          </a:ln>
        </p:spPr>
      </p:cxnSp>
      <p:sp>
        <p:nvSpPr>
          <p:cNvPr id="11" name="Google Shape;11;g83372e3e9c_1_3138"/>
          <p:cNvSpPr txBox="1">
            <a:spLocks noGrp="1"/>
          </p:cNvSpPr>
          <p:nvPr>
            <p:ph type="title"/>
          </p:nvPr>
        </p:nvSpPr>
        <p:spPr>
          <a:xfrm>
            <a:off x="480750" y="1764950"/>
            <a:ext cx="8222100" cy="907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800"/>
              <a:buNone/>
              <a:defRPr sz="48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a:endParaRPr/>
          </a:p>
        </p:txBody>
      </p:sp>
      <p:sp>
        <p:nvSpPr>
          <p:cNvPr id="12" name="Google Shape;12;g83372e3e9c_1_313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3"/>
        <p:cNvGrpSpPr/>
        <p:nvPr/>
      </p:nvGrpSpPr>
      <p:grpSpPr>
        <a:xfrm>
          <a:off x="0" y="0"/>
          <a:ext cx="0" cy="0"/>
          <a:chOff x="0" y="0"/>
          <a:chExt cx="0" cy="0"/>
        </a:xfrm>
      </p:grpSpPr>
      <p:sp>
        <p:nvSpPr>
          <p:cNvPr id="14" name="Google Shape;14;g83372e3e9c_1_3174"/>
          <p:cNvSpPr/>
          <p:nvPr/>
        </p:nvSpPr>
        <p:spPr>
          <a:xfrm>
            <a:off x="150" y="5076825"/>
            <a:ext cx="9143700" cy="666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 name="Google Shape;15;g83372e3e9c_1_3174"/>
          <p:cNvSpPr txBox="1">
            <a:spLocks noGrp="1"/>
          </p:cNvSpPr>
          <p:nvPr>
            <p:ph type="title" hasCustomPrompt="1"/>
          </p:nvPr>
        </p:nvSpPr>
        <p:spPr>
          <a:xfrm>
            <a:off x="387900" y="1152450"/>
            <a:ext cx="8368200" cy="15384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accent5"/>
              </a:buClr>
              <a:buSzPts val="13000"/>
              <a:buNone/>
              <a:defRPr sz="13000">
                <a:solidFill>
                  <a:schemeClr val="accent5"/>
                </a:solidFill>
              </a:defRPr>
            </a:lvl1pPr>
            <a:lvl2pPr lvl="1" algn="ctr">
              <a:lnSpc>
                <a:spcPct val="100000"/>
              </a:lnSpc>
              <a:spcBef>
                <a:spcPts val="0"/>
              </a:spcBef>
              <a:spcAft>
                <a:spcPts val="0"/>
              </a:spcAft>
              <a:buClr>
                <a:schemeClr val="accent5"/>
              </a:buClr>
              <a:buSzPts val="13000"/>
              <a:buNone/>
              <a:defRPr sz="13000">
                <a:solidFill>
                  <a:schemeClr val="accent5"/>
                </a:solidFill>
              </a:defRPr>
            </a:lvl2pPr>
            <a:lvl3pPr lvl="2" algn="ctr">
              <a:lnSpc>
                <a:spcPct val="100000"/>
              </a:lnSpc>
              <a:spcBef>
                <a:spcPts val="0"/>
              </a:spcBef>
              <a:spcAft>
                <a:spcPts val="0"/>
              </a:spcAft>
              <a:buClr>
                <a:schemeClr val="accent5"/>
              </a:buClr>
              <a:buSzPts val="13000"/>
              <a:buNone/>
              <a:defRPr sz="13000">
                <a:solidFill>
                  <a:schemeClr val="accent5"/>
                </a:solidFill>
              </a:defRPr>
            </a:lvl3pPr>
            <a:lvl4pPr lvl="3" algn="ctr">
              <a:lnSpc>
                <a:spcPct val="100000"/>
              </a:lnSpc>
              <a:spcBef>
                <a:spcPts val="0"/>
              </a:spcBef>
              <a:spcAft>
                <a:spcPts val="0"/>
              </a:spcAft>
              <a:buClr>
                <a:schemeClr val="accent5"/>
              </a:buClr>
              <a:buSzPts val="13000"/>
              <a:buNone/>
              <a:defRPr sz="13000">
                <a:solidFill>
                  <a:schemeClr val="accent5"/>
                </a:solidFill>
              </a:defRPr>
            </a:lvl4pPr>
            <a:lvl5pPr lvl="4" algn="ctr">
              <a:lnSpc>
                <a:spcPct val="100000"/>
              </a:lnSpc>
              <a:spcBef>
                <a:spcPts val="0"/>
              </a:spcBef>
              <a:spcAft>
                <a:spcPts val="0"/>
              </a:spcAft>
              <a:buClr>
                <a:schemeClr val="accent5"/>
              </a:buClr>
              <a:buSzPts val="13000"/>
              <a:buNone/>
              <a:defRPr sz="13000">
                <a:solidFill>
                  <a:schemeClr val="accent5"/>
                </a:solidFill>
              </a:defRPr>
            </a:lvl5pPr>
            <a:lvl6pPr lvl="5" algn="ctr">
              <a:lnSpc>
                <a:spcPct val="100000"/>
              </a:lnSpc>
              <a:spcBef>
                <a:spcPts val="0"/>
              </a:spcBef>
              <a:spcAft>
                <a:spcPts val="0"/>
              </a:spcAft>
              <a:buClr>
                <a:schemeClr val="accent5"/>
              </a:buClr>
              <a:buSzPts val="13000"/>
              <a:buNone/>
              <a:defRPr sz="13000">
                <a:solidFill>
                  <a:schemeClr val="accent5"/>
                </a:solidFill>
              </a:defRPr>
            </a:lvl6pPr>
            <a:lvl7pPr lvl="6" algn="ctr">
              <a:lnSpc>
                <a:spcPct val="100000"/>
              </a:lnSpc>
              <a:spcBef>
                <a:spcPts val="0"/>
              </a:spcBef>
              <a:spcAft>
                <a:spcPts val="0"/>
              </a:spcAft>
              <a:buClr>
                <a:schemeClr val="accent5"/>
              </a:buClr>
              <a:buSzPts val="13000"/>
              <a:buNone/>
              <a:defRPr sz="13000">
                <a:solidFill>
                  <a:schemeClr val="accent5"/>
                </a:solidFill>
              </a:defRPr>
            </a:lvl7pPr>
            <a:lvl8pPr lvl="7" algn="ctr">
              <a:lnSpc>
                <a:spcPct val="100000"/>
              </a:lnSpc>
              <a:spcBef>
                <a:spcPts val="0"/>
              </a:spcBef>
              <a:spcAft>
                <a:spcPts val="0"/>
              </a:spcAft>
              <a:buClr>
                <a:schemeClr val="accent5"/>
              </a:buClr>
              <a:buSzPts val="13000"/>
              <a:buNone/>
              <a:defRPr sz="13000">
                <a:solidFill>
                  <a:schemeClr val="accent5"/>
                </a:solidFill>
              </a:defRPr>
            </a:lvl8pPr>
            <a:lvl9pPr lvl="8" algn="ctr">
              <a:lnSpc>
                <a:spcPct val="100000"/>
              </a:lnSpc>
              <a:spcBef>
                <a:spcPts val="0"/>
              </a:spcBef>
              <a:spcAft>
                <a:spcPts val="0"/>
              </a:spcAft>
              <a:buClr>
                <a:schemeClr val="accent5"/>
              </a:buClr>
              <a:buSzPts val="13000"/>
              <a:buNone/>
              <a:defRPr sz="13000">
                <a:solidFill>
                  <a:schemeClr val="accent5"/>
                </a:solidFill>
              </a:defRPr>
            </a:lvl9pPr>
          </a:lstStyle>
          <a:p>
            <a:r>
              <a:t>xx%</a:t>
            </a:r>
          </a:p>
        </p:txBody>
      </p:sp>
      <p:sp>
        <p:nvSpPr>
          <p:cNvPr id="16" name="Google Shape;16;g83372e3e9c_1_3174"/>
          <p:cNvSpPr txBox="1">
            <a:spLocks noGrp="1"/>
          </p:cNvSpPr>
          <p:nvPr>
            <p:ph type="body" idx="1"/>
          </p:nvPr>
        </p:nvSpPr>
        <p:spPr>
          <a:xfrm>
            <a:off x="387900" y="2919450"/>
            <a:ext cx="8368200" cy="10716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17" name="Google Shape;17;g83372e3e9c_1_317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8"/>
        <p:cNvGrpSpPr/>
        <p:nvPr/>
      </p:nvGrpSpPr>
      <p:grpSpPr>
        <a:xfrm>
          <a:off x="0" y="0"/>
          <a:ext cx="0" cy="0"/>
          <a:chOff x="0" y="0"/>
          <a:chExt cx="0" cy="0"/>
        </a:xfrm>
      </p:grpSpPr>
      <p:sp>
        <p:nvSpPr>
          <p:cNvPr id="19" name="Google Shape;19;g83372e3e9c_1_317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g83372e3e9c_1_3131"/>
          <p:cNvSpPr/>
          <p:nvPr/>
        </p:nvSpPr>
        <p:spPr>
          <a:xfrm>
            <a:off x="1524800" y="672606"/>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accent5"/>
            </a:solidFill>
            <a:prstDash val="solid"/>
            <a:miter lim="8000"/>
            <a:headEnd type="none" w="sm" len="sm"/>
            <a:tailEnd type="none" w="sm" len="sm"/>
          </a:ln>
        </p:spPr>
      </p:sp>
      <p:sp>
        <p:nvSpPr>
          <p:cNvPr id="22" name="Google Shape;22;g83372e3e9c_1_3131"/>
          <p:cNvSpPr/>
          <p:nvPr/>
        </p:nvSpPr>
        <p:spPr>
          <a:xfrm rot="10800000">
            <a:off x="6537563" y="33429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accent5"/>
            </a:solidFill>
            <a:prstDash val="solid"/>
            <a:miter lim="8000"/>
            <a:headEnd type="none" w="sm" len="sm"/>
            <a:tailEnd type="none" w="sm" len="sm"/>
          </a:ln>
        </p:spPr>
      </p:sp>
      <p:cxnSp>
        <p:nvCxnSpPr>
          <p:cNvPr id="23" name="Google Shape;23;g83372e3e9c_1_3131"/>
          <p:cNvCxnSpPr/>
          <p:nvPr/>
        </p:nvCxnSpPr>
        <p:spPr>
          <a:xfrm>
            <a:off x="4359602" y="2817464"/>
            <a:ext cx="424800" cy="0"/>
          </a:xfrm>
          <a:prstGeom prst="straightConnector1">
            <a:avLst/>
          </a:prstGeom>
          <a:noFill/>
          <a:ln w="38100" cap="flat" cmpd="sng">
            <a:solidFill>
              <a:schemeClr val="accent4"/>
            </a:solidFill>
            <a:prstDash val="solid"/>
            <a:round/>
            <a:headEnd type="none" w="sm" len="sm"/>
            <a:tailEnd type="none" w="sm" len="sm"/>
          </a:ln>
        </p:spPr>
      </p:cxnSp>
      <p:sp>
        <p:nvSpPr>
          <p:cNvPr id="24" name="Google Shape;24;g83372e3e9c_1_3131"/>
          <p:cNvSpPr txBox="1">
            <a:spLocks noGrp="1"/>
          </p:cNvSpPr>
          <p:nvPr>
            <p:ph type="ctrTitle"/>
          </p:nvPr>
        </p:nvSpPr>
        <p:spPr>
          <a:xfrm>
            <a:off x="1680302" y="1188925"/>
            <a:ext cx="5783400" cy="1457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000"/>
              <a:buNone/>
              <a:defRPr sz="4000"/>
            </a:lvl1pPr>
            <a:lvl2pPr lvl="1" algn="ctr">
              <a:lnSpc>
                <a:spcPct val="100000"/>
              </a:lnSpc>
              <a:spcBef>
                <a:spcPts val="0"/>
              </a:spcBef>
              <a:spcAft>
                <a:spcPts val="0"/>
              </a:spcAft>
              <a:buSzPts val="4000"/>
              <a:buNone/>
              <a:defRPr sz="4000"/>
            </a:lvl2pPr>
            <a:lvl3pPr lvl="2" algn="ctr">
              <a:lnSpc>
                <a:spcPct val="100000"/>
              </a:lnSpc>
              <a:spcBef>
                <a:spcPts val="0"/>
              </a:spcBef>
              <a:spcAft>
                <a:spcPts val="0"/>
              </a:spcAft>
              <a:buSzPts val="4000"/>
              <a:buNone/>
              <a:defRPr sz="4000"/>
            </a:lvl3pPr>
            <a:lvl4pPr lvl="3" algn="ctr">
              <a:lnSpc>
                <a:spcPct val="100000"/>
              </a:lnSpc>
              <a:spcBef>
                <a:spcPts val="0"/>
              </a:spcBef>
              <a:spcAft>
                <a:spcPts val="0"/>
              </a:spcAft>
              <a:buSzPts val="4000"/>
              <a:buNone/>
              <a:defRPr sz="4000"/>
            </a:lvl4pPr>
            <a:lvl5pPr lvl="4" algn="ctr">
              <a:lnSpc>
                <a:spcPct val="100000"/>
              </a:lnSpc>
              <a:spcBef>
                <a:spcPts val="0"/>
              </a:spcBef>
              <a:spcAft>
                <a:spcPts val="0"/>
              </a:spcAft>
              <a:buSzPts val="4000"/>
              <a:buNone/>
              <a:defRPr sz="4000"/>
            </a:lvl5pPr>
            <a:lvl6pPr lvl="5" algn="ctr">
              <a:lnSpc>
                <a:spcPct val="100000"/>
              </a:lnSpc>
              <a:spcBef>
                <a:spcPts val="0"/>
              </a:spcBef>
              <a:spcAft>
                <a:spcPts val="0"/>
              </a:spcAft>
              <a:buSzPts val="4000"/>
              <a:buNone/>
              <a:defRPr sz="4000"/>
            </a:lvl6pPr>
            <a:lvl7pPr lvl="6" algn="ctr">
              <a:lnSpc>
                <a:spcPct val="100000"/>
              </a:lnSpc>
              <a:spcBef>
                <a:spcPts val="0"/>
              </a:spcBef>
              <a:spcAft>
                <a:spcPts val="0"/>
              </a:spcAft>
              <a:buSzPts val="4000"/>
              <a:buNone/>
              <a:defRPr sz="4000"/>
            </a:lvl7pPr>
            <a:lvl8pPr lvl="7" algn="ctr">
              <a:lnSpc>
                <a:spcPct val="100000"/>
              </a:lnSpc>
              <a:spcBef>
                <a:spcPts val="0"/>
              </a:spcBef>
              <a:spcAft>
                <a:spcPts val="0"/>
              </a:spcAft>
              <a:buSzPts val="4000"/>
              <a:buNone/>
              <a:defRPr sz="4000"/>
            </a:lvl8pPr>
            <a:lvl9pPr lvl="8" algn="ctr">
              <a:lnSpc>
                <a:spcPct val="100000"/>
              </a:lnSpc>
              <a:spcBef>
                <a:spcPts val="0"/>
              </a:spcBef>
              <a:spcAft>
                <a:spcPts val="0"/>
              </a:spcAft>
              <a:buSzPts val="4000"/>
              <a:buNone/>
              <a:defRPr sz="4000"/>
            </a:lvl9pPr>
          </a:lstStyle>
          <a:p>
            <a:endParaRPr/>
          </a:p>
        </p:txBody>
      </p:sp>
      <p:sp>
        <p:nvSpPr>
          <p:cNvPr id="25" name="Google Shape;25;g83372e3e9c_1_3131"/>
          <p:cNvSpPr txBox="1">
            <a:spLocks noGrp="1"/>
          </p:cNvSpPr>
          <p:nvPr>
            <p:ph type="subTitle" idx="1"/>
          </p:nvPr>
        </p:nvSpPr>
        <p:spPr>
          <a:xfrm>
            <a:off x="1680302" y="3049450"/>
            <a:ext cx="5783400" cy="9090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1pPr>
            <a:lvl2pPr lvl="1"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2pPr>
            <a:lvl3pPr lvl="2"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3pPr>
            <a:lvl4pPr lvl="3"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4pPr>
            <a:lvl5pPr lvl="4"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5pPr>
            <a:lvl6pPr lvl="5"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6pPr>
            <a:lvl7pPr lvl="6"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7pPr>
            <a:lvl8pPr lvl="7"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8pPr>
            <a:lvl9pPr lvl="8"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9pPr>
          </a:lstStyle>
          <a:p>
            <a:endParaRPr/>
          </a:p>
        </p:txBody>
      </p:sp>
      <p:sp>
        <p:nvSpPr>
          <p:cNvPr id="26" name="Google Shape;26;g83372e3e9c_1_31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7"/>
        <p:cNvGrpSpPr/>
        <p:nvPr/>
      </p:nvGrpSpPr>
      <p:grpSpPr>
        <a:xfrm>
          <a:off x="0" y="0"/>
          <a:ext cx="0" cy="0"/>
          <a:chOff x="0" y="0"/>
          <a:chExt cx="0" cy="0"/>
        </a:xfrm>
      </p:grpSpPr>
      <p:cxnSp>
        <p:nvCxnSpPr>
          <p:cNvPr id="28" name="Google Shape;28;g83372e3e9c_1_3142"/>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29" name="Google Shape;29;g83372e3e9c_1_3142"/>
          <p:cNvSpPr txBox="1">
            <a:spLocks noGrp="1"/>
          </p:cNvSpPr>
          <p:nvPr>
            <p:ph type="title"/>
          </p:nvPr>
        </p:nvSpPr>
        <p:spPr>
          <a:xfrm>
            <a:off x="387900" y="458025"/>
            <a:ext cx="8368200" cy="6861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30" name="Google Shape;30;g83372e3e9c_1_3142"/>
          <p:cNvSpPr txBox="1">
            <a:spLocks noGrp="1"/>
          </p:cNvSpPr>
          <p:nvPr>
            <p:ph type="body" idx="1"/>
          </p:nvPr>
        </p:nvSpPr>
        <p:spPr>
          <a:xfrm>
            <a:off x="387900" y="1489824"/>
            <a:ext cx="8368200" cy="30789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31" name="Google Shape;31;g83372e3e9c_1_314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2"/>
        <p:cNvGrpSpPr/>
        <p:nvPr/>
      </p:nvGrpSpPr>
      <p:grpSpPr>
        <a:xfrm>
          <a:off x="0" y="0"/>
          <a:ext cx="0" cy="0"/>
          <a:chOff x="0" y="0"/>
          <a:chExt cx="0" cy="0"/>
        </a:xfrm>
      </p:grpSpPr>
      <p:cxnSp>
        <p:nvCxnSpPr>
          <p:cNvPr id="33" name="Google Shape;33;g83372e3e9c_1_3147"/>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34" name="Google Shape;34;g83372e3e9c_1_3147"/>
          <p:cNvSpPr txBox="1">
            <a:spLocks noGrp="1"/>
          </p:cNvSpPr>
          <p:nvPr>
            <p:ph type="title"/>
          </p:nvPr>
        </p:nvSpPr>
        <p:spPr>
          <a:xfrm>
            <a:off x="387900" y="458025"/>
            <a:ext cx="8368200" cy="6861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35" name="Google Shape;35;g83372e3e9c_1_3147"/>
          <p:cNvSpPr txBox="1">
            <a:spLocks noGrp="1"/>
          </p:cNvSpPr>
          <p:nvPr>
            <p:ph type="body" idx="1"/>
          </p:nvPr>
        </p:nvSpPr>
        <p:spPr>
          <a:xfrm>
            <a:off x="387900" y="1489825"/>
            <a:ext cx="3999900" cy="30789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6" name="Google Shape;36;g83372e3e9c_1_3147"/>
          <p:cNvSpPr txBox="1">
            <a:spLocks noGrp="1"/>
          </p:cNvSpPr>
          <p:nvPr>
            <p:ph type="body" idx="2"/>
          </p:nvPr>
        </p:nvSpPr>
        <p:spPr>
          <a:xfrm>
            <a:off x="4756200" y="1489825"/>
            <a:ext cx="3999900" cy="30789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7" name="Google Shape;37;g83372e3e9c_1_314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g83372e3e9c_1_3153"/>
          <p:cNvSpPr txBox="1">
            <a:spLocks noGrp="1"/>
          </p:cNvSpPr>
          <p:nvPr>
            <p:ph type="title"/>
          </p:nvPr>
        </p:nvSpPr>
        <p:spPr>
          <a:xfrm>
            <a:off x="387900" y="458025"/>
            <a:ext cx="8368200" cy="6861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40" name="Google Shape;40;g83372e3e9c_1_31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cxnSp>
        <p:nvCxnSpPr>
          <p:cNvPr id="42" name="Google Shape;42;g83372e3e9c_1_3156"/>
          <p:cNvCxnSpPr/>
          <p:nvPr/>
        </p:nvCxnSpPr>
        <p:spPr>
          <a:xfrm>
            <a:off x="489218" y="1412277"/>
            <a:ext cx="331500" cy="0"/>
          </a:xfrm>
          <a:prstGeom prst="straightConnector1">
            <a:avLst/>
          </a:prstGeom>
          <a:noFill/>
          <a:ln w="38100" cap="flat" cmpd="sng">
            <a:solidFill>
              <a:schemeClr val="accent4"/>
            </a:solidFill>
            <a:prstDash val="solid"/>
            <a:round/>
            <a:headEnd type="none" w="sm" len="sm"/>
            <a:tailEnd type="none" w="sm" len="sm"/>
          </a:ln>
        </p:spPr>
      </p:cxnSp>
      <p:sp>
        <p:nvSpPr>
          <p:cNvPr id="43" name="Google Shape;43;g83372e3e9c_1_3156"/>
          <p:cNvSpPr txBox="1">
            <a:spLocks noGrp="1"/>
          </p:cNvSpPr>
          <p:nvPr>
            <p:ph type="title"/>
          </p:nvPr>
        </p:nvSpPr>
        <p:spPr>
          <a:xfrm>
            <a:off x="3879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44" name="Google Shape;44;g83372e3e9c_1_3156"/>
          <p:cNvSpPr txBox="1">
            <a:spLocks noGrp="1"/>
          </p:cNvSpPr>
          <p:nvPr>
            <p:ph type="body" idx="1"/>
          </p:nvPr>
        </p:nvSpPr>
        <p:spPr>
          <a:xfrm>
            <a:off x="387900" y="1594025"/>
            <a:ext cx="2808000" cy="26811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45" name="Google Shape;45;g83372e3e9c_1_315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6"/>
        <p:cNvGrpSpPr/>
        <p:nvPr/>
      </p:nvGrpSpPr>
      <p:grpSpPr>
        <a:xfrm>
          <a:off x="0" y="0"/>
          <a:ext cx="0" cy="0"/>
          <a:chOff x="0" y="0"/>
          <a:chExt cx="0" cy="0"/>
        </a:xfrm>
      </p:grpSpPr>
      <p:sp>
        <p:nvSpPr>
          <p:cNvPr id="47" name="Google Shape;47;g83372e3e9c_1_3161"/>
          <p:cNvSpPr txBox="1">
            <a:spLocks noGrp="1"/>
          </p:cNvSpPr>
          <p:nvPr>
            <p:ph type="title"/>
          </p:nvPr>
        </p:nvSpPr>
        <p:spPr>
          <a:xfrm>
            <a:off x="490250" y="526350"/>
            <a:ext cx="56187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48" name="Google Shape;48;g83372e3e9c_1_316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9"/>
        <p:cNvGrpSpPr/>
        <p:nvPr/>
      </p:nvGrpSpPr>
      <p:grpSpPr>
        <a:xfrm>
          <a:off x="0" y="0"/>
          <a:ext cx="0" cy="0"/>
          <a:chOff x="0" y="0"/>
          <a:chExt cx="0" cy="0"/>
        </a:xfrm>
      </p:grpSpPr>
      <p:sp>
        <p:nvSpPr>
          <p:cNvPr id="50" name="Google Shape;50;g83372e3e9c_1_3164"/>
          <p:cNvSpPr/>
          <p:nvPr/>
        </p:nvSpPr>
        <p:spPr>
          <a:xfrm>
            <a:off x="4572000" y="-7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51" name="Google Shape;51;g83372e3e9c_1_3164"/>
          <p:cNvCxnSpPr/>
          <p:nvPr/>
        </p:nvCxnSpPr>
        <p:spPr>
          <a:xfrm>
            <a:off x="5029675" y="4495503"/>
            <a:ext cx="540900" cy="0"/>
          </a:xfrm>
          <a:prstGeom prst="straightConnector1">
            <a:avLst/>
          </a:prstGeom>
          <a:noFill/>
          <a:ln w="38100" cap="flat" cmpd="sng">
            <a:solidFill>
              <a:schemeClr val="accent5"/>
            </a:solidFill>
            <a:prstDash val="solid"/>
            <a:round/>
            <a:headEnd type="none" w="sm" len="sm"/>
            <a:tailEnd type="none" w="sm" len="sm"/>
          </a:ln>
        </p:spPr>
      </p:cxnSp>
      <p:sp>
        <p:nvSpPr>
          <p:cNvPr id="52" name="Google Shape;52;g83372e3e9c_1_3164"/>
          <p:cNvSpPr txBox="1">
            <a:spLocks noGrp="1"/>
          </p:cNvSpPr>
          <p:nvPr>
            <p:ph type="title"/>
          </p:nvPr>
        </p:nvSpPr>
        <p:spPr>
          <a:xfrm>
            <a:off x="265500" y="1209075"/>
            <a:ext cx="4045200" cy="1506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3800"/>
              <a:buNone/>
              <a:defRPr sz="3800"/>
            </a:lvl1pPr>
            <a:lvl2pPr lvl="1" algn="ctr">
              <a:lnSpc>
                <a:spcPct val="100000"/>
              </a:lnSpc>
              <a:spcBef>
                <a:spcPts val="0"/>
              </a:spcBef>
              <a:spcAft>
                <a:spcPts val="0"/>
              </a:spcAft>
              <a:buSzPts val="3800"/>
              <a:buNone/>
              <a:defRPr sz="3800"/>
            </a:lvl2pPr>
            <a:lvl3pPr lvl="2" algn="ctr">
              <a:lnSpc>
                <a:spcPct val="100000"/>
              </a:lnSpc>
              <a:spcBef>
                <a:spcPts val="0"/>
              </a:spcBef>
              <a:spcAft>
                <a:spcPts val="0"/>
              </a:spcAft>
              <a:buSzPts val="3800"/>
              <a:buNone/>
              <a:defRPr sz="3800"/>
            </a:lvl3pPr>
            <a:lvl4pPr lvl="3" algn="ctr">
              <a:lnSpc>
                <a:spcPct val="100000"/>
              </a:lnSpc>
              <a:spcBef>
                <a:spcPts val="0"/>
              </a:spcBef>
              <a:spcAft>
                <a:spcPts val="0"/>
              </a:spcAft>
              <a:buSzPts val="3800"/>
              <a:buNone/>
              <a:defRPr sz="3800"/>
            </a:lvl4pPr>
            <a:lvl5pPr lvl="4" algn="ctr">
              <a:lnSpc>
                <a:spcPct val="100000"/>
              </a:lnSpc>
              <a:spcBef>
                <a:spcPts val="0"/>
              </a:spcBef>
              <a:spcAft>
                <a:spcPts val="0"/>
              </a:spcAft>
              <a:buSzPts val="3800"/>
              <a:buNone/>
              <a:defRPr sz="3800"/>
            </a:lvl5pPr>
            <a:lvl6pPr lvl="5" algn="ctr">
              <a:lnSpc>
                <a:spcPct val="100000"/>
              </a:lnSpc>
              <a:spcBef>
                <a:spcPts val="0"/>
              </a:spcBef>
              <a:spcAft>
                <a:spcPts val="0"/>
              </a:spcAft>
              <a:buSzPts val="3800"/>
              <a:buNone/>
              <a:defRPr sz="3800"/>
            </a:lvl6pPr>
            <a:lvl7pPr lvl="6" algn="ctr">
              <a:lnSpc>
                <a:spcPct val="100000"/>
              </a:lnSpc>
              <a:spcBef>
                <a:spcPts val="0"/>
              </a:spcBef>
              <a:spcAft>
                <a:spcPts val="0"/>
              </a:spcAft>
              <a:buSzPts val="3800"/>
              <a:buNone/>
              <a:defRPr sz="3800"/>
            </a:lvl7pPr>
            <a:lvl8pPr lvl="7" algn="ctr">
              <a:lnSpc>
                <a:spcPct val="100000"/>
              </a:lnSpc>
              <a:spcBef>
                <a:spcPts val="0"/>
              </a:spcBef>
              <a:spcAft>
                <a:spcPts val="0"/>
              </a:spcAft>
              <a:buSzPts val="3800"/>
              <a:buNone/>
              <a:defRPr sz="3800"/>
            </a:lvl8pPr>
            <a:lvl9pPr lvl="8" algn="ctr">
              <a:lnSpc>
                <a:spcPct val="100000"/>
              </a:lnSpc>
              <a:spcBef>
                <a:spcPts val="0"/>
              </a:spcBef>
              <a:spcAft>
                <a:spcPts val="0"/>
              </a:spcAft>
              <a:buSzPts val="3800"/>
              <a:buNone/>
              <a:defRPr sz="3800"/>
            </a:lvl9pPr>
          </a:lstStyle>
          <a:p>
            <a:endParaRPr/>
          </a:p>
        </p:txBody>
      </p:sp>
      <p:sp>
        <p:nvSpPr>
          <p:cNvPr id="53" name="Google Shape;53;g83372e3e9c_1_3164"/>
          <p:cNvSpPr txBox="1">
            <a:spLocks noGrp="1"/>
          </p:cNvSpPr>
          <p:nvPr>
            <p:ph type="subTitle" idx="1"/>
          </p:nvPr>
        </p:nvSpPr>
        <p:spPr>
          <a:xfrm>
            <a:off x="265500" y="2769001"/>
            <a:ext cx="4045200" cy="1345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5"/>
              </a:buClr>
              <a:buSzPts val="2100"/>
              <a:buNone/>
              <a:defRPr sz="2100">
                <a:solidFill>
                  <a:schemeClr val="accent5"/>
                </a:solidFill>
              </a:defRPr>
            </a:lvl1pPr>
            <a:lvl2pPr lvl="1" algn="ctr">
              <a:lnSpc>
                <a:spcPct val="100000"/>
              </a:lnSpc>
              <a:spcBef>
                <a:spcPts val="0"/>
              </a:spcBef>
              <a:spcAft>
                <a:spcPts val="0"/>
              </a:spcAft>
              <a:buClr>
                <a:schemeClr val="accent5"/>
              </a:buClr>
              <a:buSzPts val="2100"/>
              <a:buNone/>
              <a:defRPr sz="2100">
                <a:solidFill>
                  <a:schemeClr val="accent5"/>
                </a:solidFill>
              </a:defRPr>
            </a:lvl2pPr>
            <a:lvl3pPr lvl="2" algn="ctr">
              <a:lnSpc>
                <a:spcPct val="100000"/>
              </a:lnSpc>
              <a:spcBef>
                <a:spcPts val="0"/>
              </a:spcBef>
              <a:spcAft>
                <a:spcPts val="0"/>
              </a:spcAft>
              <a:buClr>
                <a:schemeClr val="accent5"/>
              </a:buClr>
              <a:buSzPts val="2100"/>
              <a:buNone/>
              <a:defRPr sz="2100">
                <a:solidFill>
                  <a:schemeClr val="accent5"/>
                </a:solidFill>
              </a:defRPr>
            </a:lvl3pPr>
            <a:lvl4pPr lvl="3" algn="ctr">
              <a:lnSpc>
                <a:spcPct val="100000"/>
              </a:lnSpc>
              <a:spcBef>
                <a:spcPts val="0"/>
              </a:spcBef>
              <a:spcAft>
                <a:spcPts val="0"/>
              </a:spcAft>
              <a:buClr>
                <a:schemeClr val="accent5"/>
              </a:buClr>
              <a:buSzPts val="2100"/>
              <a:buNone/>
              <a:defRPr sz="2100">
                <a:solidFill>
                  <a:schemeClr val="accent5"/>
                </a:solidFill>
              </a:defRPr>
            </a:lvl4pPr>
            <a:lvl5pPr lvl="4" algn="ctr">
              <a:lnSpc>
                <a:spcPct val="100000"/>
              </a:lnSpc>
              <a:spcBef>
                <a:spcPts val="0"/>
              </a:spcBef>
              <a:spcAft>
                <a:spcPts val="0"/>
              </a:spcAft>
              <a:buClr>
                <a:schemeClr val="accent5"/>
              </a:buClr>
              <a:buSzPts val="2100"/>
              <a:buNone/>
              <a:defRPr sz="2100">
                <a:solidFill>
                  <a:schemeClr val="accent5"/>
                </a:solidFill>
              </a:defRPr>
            </a:lvl5pPr>
            <a:lvl6pPr lvl="5" algn="ctr">
              <a:lnSpc>
                <a:spcPct val="100000"/>
              </a:lnSpc>
              <a:spcBef>
                <a:spcPts val="0"/>
              </a:spcBef>
              <a:spcAft>
                <a:spcPts val="0"/>
              </a:spcAft>
              <a:buClr>
                <a:schemeClr val="accent5"/>
              </a:buClr>
              <a:buSzPts val="2100"/>
              <a:buNone/>
              <a:defRPr sz="2100">
                <a:solidFill>
                  <a:schemeClr val="accent5"/>
                </a:solidFill>
              </a:defRPr>
            </a:lvl6pPr>
            <a:lvl7pPr lvl="6" algn="ctr">
              <a:lnSpc>
                <a:spcPct val="100000"/>
              </a:lnSpc>
              <a:spcBef>
                <a:spcPts val="0"/>
              </a:spcBef>
              <a:spcAft>
                <a:spcPts val="0"/>
              </a:spcAft>
              <a:buClr>
                <a:schemeClr val="accent5"/>
              </a:buClr>
              <a:buSzPts val="2100"/>
              <a:buNone/>
              <a:defRPr sz="2100">
                <a:solidFill>
                  <a:schemeClr val="accent5"/>
                </a:solidFill>
              </a:defRPr>
            </a:lvl7pPr>
            <a:lvl8pPr lvl="7" algn="ctr">
              <a:lnSpc>
                <a:spcPct val="100000"/>
              </a:lnSpc>
              <a:spcBef>
                <a:spcPts val="0"/>
              </a:spcBef>
              <a:spcAft>
                <a:spcPts val="0"/>
              </a:spcAft>
              <a:buClr>
                <a:schemeClr val="accent5"/>
              </a:buClr>
              <a:buSzPts val="2100"/>
              <a:buNone/>
              <a:defRPr sz="2100">
                <a:solidFill>
                  <a:schemeClr val="accent5"/>
                </a:solidFill>
              </a:defRPr>
            </a:lvl8pPr>
            <a:lvl9pPr lvl="8" algn="ctr">
              <a:lnSpc>
                <a:spcPct val="100000"/>
              </a:lnSpc>
              <a:spcBef>
                <a:spcPts val="0"/>
              </a:spcBef>
              <a:spcAft>
                <a:spcPts val="0"/>
              </a:spcAft>
              <a:buClr>
                <a:schemeClr val="accent5"/>
              </a:buClr>
              <a:buSzPts val="2100"/>
              <a:buNone/>
              <a:defRPr sz="2100">
                <a:solidFill>
                  <a:schemeClr val="accent5"/>
                </a:solidFill>
              </a:defRPr>
            </a:lvl9pPr>
          </a:lstStyle>
          <a:p>
            <a:endParaRPr/>
          </a:p>
        </p:txBody>
      </p:sp>
      <p:sp>
        <p:nvSpPr>
          <p:cNvPr id="54" name="Google Shape;54;g83372e3e9c_1_3164"/>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5" name="Google Shape;55;g83372e3e9c_1_316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g83372e3e9c_1_3171"/>
          <p:cNvSpPr txBox="1">
            <a:spLocks noGrp="1"/>
          </p:cNvSpPr>
          <p:nvPr>
            <p:ph type="body" idx="1"/>
          </p:nvPr>
        </p:nvSpPr>
        <p:spPr>
          <a:xfrm>
            <a:off x="319500" y="4233725"/>
            <a:ext cx="5998800" cy="598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Font typeface="Roboto Slab"/>
              <a:buNone/>
              <a:defRPr>
                <a:latin typeface="Roboto Slab"/>
                <a:ea typeface="Roboto Slab"/>
                <a:cs typeface="Roboto Slab"/>
                <a:sym typeface="Roboto Slab"/>
              </a:defRPr>
            </a:lvl1pPr>
          </a:lstStyle>
          <a:p>
            <a:endParaRPr/>
          </a:p>
        </p:txBody>
      </p:sp>
      <p:sp>
        <p:nvSpPr>
          <p:cNvPr id="58" name="Google Shape;58;g83372e3e9c_1_317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rina">
    <p:bg>
      <p:bgPr>
        <a:solidFill>
          <a:schemeClr val="lt1"/>
        </a:solidFill>
        <a:effectLst/>
      </p:bgPr>
    </p:bg>
    <p:spTree>
      <p:nvGrpSpPr>
        <p:cNvPr id="1" name="Shape 5"/>
        <p:cNvGrpSpPr/>
        <p:nvPr/>
      </p:nvGrpSpPr>
      <p:grpSpPr>
        <a:xfrm>
          <a:off x="0" y="0"/>
          <a:ext cx="0" cy="0"/>
          <a:chOff x="0" y="0"/>
          <a:chExt cx="0" cy="0"/>
        </a:xfrm>
      </p:grpSpPr>
      <p:sp>
        <p:nvSpPr>
          <p:cNvPr id="6" name="Google Shape;6;g83372e3e9c_1_3127"/>
          <p:cNvSpPr txBox="1">
            <a:spLocks noGrp="1"/>
          </p:cNvSpPr>
          <p:nvPr>
            <p:ph type="title"/>
          </p:nvPr>
        </p:nvSpPr>
        <p:spPr>
          <a:xfrm>
            <a:off x="387900" y="458025"/>
            <a:ext cx="8368200" cy="6861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1pPr>
            <a:lvl2pPr marR="0" lvl="1"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2pPr>
            <a:lvl3pPr marR="0" lvl="2"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3pPr>
            <a:lvl4pPr marR="0" lvl="3"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4pPr>
            <a:lvl5pPr marR="0" lvl="4"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5pPr>
            <a:lvl6pPr marR="0" lvl="5"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6pPr>
            <a:lvl7pPr marR="0" lvl="6"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7pPr>
            <a:lvl8pPr marR="0" lvl="7"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8pPr>
            <a:lvl9pPr marR="0" lvl="8" algn="l" rtl="0">
              <a:lnSpc>
                <a:spcPct val="100000"/>
              </a:lnSpc>
              <a:spcBef>
                <a:spcPts val="0"/>
              </a:spcBef>
              <a:spcAft>
                <a:spcPts val="0"/>
              </a:spcAft>
              <a:buClr>
                <a:schemeClr val="dk1"/>
              </a:buClr>
              <a:buSzPts val="3000"/>
              <a:buFont typeface="Roboto Slab"/>
              <a:buNone/>
              <a:defRPr sz="3000" b="0" i="0" u="none" strike="noStrike" cap="none">
                <a:solidFill>
                  <a:schemeClr val="dk1"/>
                </a:solidFill>
                <a:latin typeface="Roboto Slab"/>
                <a:ea typeface="Roboto Slab"/>
                <a:cs typeface="Roboto Slab"/>
                <a:sym typeface="Roboto Slab"/>
              </a:defRPr>
            </a:lvl9pPr>
          </a:lstStyle>
          <a:p>
            <a:endParaRPr/>
          </a:p>
        </p:txBody>
      </p:sp>
      <p:sp>
        <p:nvSpPr>
          <p:cNvPr id="7" name="Google Shape;7;g83372e3e9c_1_3127"/>
          <p:cNvSpPr txBox="1">
            <a:spLocks noGrp="1"/>
          </p:cNvSpPr>
          <p:nvPr>
            <p:ph type="body" idx="1"/>
          </p:nvPr>
        </p:nvSpPr>
        <p:spPr>
          <a:xfrm>
            <a:off x="387900" y="1489824"/>
            <a:ext cx="8368200" cy="30789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1pPr>
            <a:lvl2pPr marL="914400" marR="0" lvl="1" indent="-317500" algn="l" rtl="0">
              <a:lnSpc>
                <a:spcPct val="115000"/>
              </a:lnSpc>
              <a:spcBef>
                <a:spcPts val="1600"/>
              </a:spcBef>
              <a:spcAft>
                <a:spcPts val="0"/>
              </a:spcAft>
              <a:buClr>
                <a:schemeClr val="dk1"/>
              </a:buClr>
              <a:buSzPts val="1400"/>
              <a:buFont typeface="Roboto"/>
              <a:buChar char="○"/>
              <a:defRPr sz="1400" b="0" i="0" u="none" strike="noStrike" cap="none">
                <a:solidFill>
                  <a:schemeClr val="dk1"/>
                </a:solidFill>
                <a:latin typeface="Roboto"/>
                <a:ea typeface="Roboto"/>
                <a:cs typeface="Roboto"/>
                <a:sym typeface="Roboto"/>
              </a:defRPr>
            </a:lvl2pPr>
            <a:lvl3pPr marL="1371600" marR="0" lvl="2" indent="-317500" algn="l" rtl="0">
              <a:lnSpc>
                <a:spcPct val="115000"/>
              </a:lnSpc>
              <a:spcBef>
                <a:spcPts val="1600"/>
              </a:spcBef>
              <a:spcAft>
                <a:spcPts val="0"/>
              </a:spcAft>
              <a:buClr>
                <a:schemeClr val="dk1"/>
              </a:buClr>
              <a:buSzPts val="1400"/>
              <a:buFont typeface="Roboto"/>
              <a:buChar char="■"/>
              <a:defRPr sz="1400" b="0" i="0" u="none" strike="noStrike" cap="none">
                <a:solidFill>
                  <a:schemeClr val="dk1"/>
                </a:solidFill>
                <a:latin typeface="Roboto"/>
                <a:ea typeface="Roboto"/>
                <a:cs typeface="Roboto"/>
                <a:sym typeface="Roboto"/>
              </a:defRPr>
            </a:lvl3pPr>
            <a:lvl4pPr marL="1828800" marR="0" lvl="3" indent="-317500" algn="l" rtl="0">
              <a:lnSpc>
                <a:spcPct val="115000"/>
              </a:lnSpc>
              <a:spcBef>
                <a:spcPts val="1600"/>
              </a:spcBef>
              <a:spcAft>
                <a:spcPts val="0"/>
              </a:spcAft>
              <a:buClr>
                <a:schemeClr val="dk1"/>
              </a:buClr>
              <a:buSzPts val="1400"/>
              <a:buFont typeface="Roboto"/>
              <a:buChar char="●"/>
              <a:defRPr sz="1400" b="0" i="0" u="none" strike="noStrike" cap="none">
                <a:solidFill>
                  <a:schemeClr val="dk1"/>
                </a:solidFill>
                <a:latin typeface="Roboto"/>
                <a:ea typeface="Roboto"/>
                <a:cs typeface="Roboto"/>
                <a:sym typeface="Roboto"/>
              </a:defRPr>
            </a:lvl4pPr>
            <a:lvl5pPr marL="2286000" marR="0" lvl="4" indent="-317500" algn="l" rtl="0">
              <a:lnSpc>
                <a:spcPct val="115000"/>
              </a:lnSpc>
              <a:spcBef>
                <a:spcPts val="1600"/>
              </a:spcBef>
              <a:spcAft>
                <a:spcPts val="0"/>
              </a:spcAft>
              <a:buClr>
                <a:schemeClr val="dk1"/>
              </a:buClr>
              <a:buSzPts val="1400"/>
              <a:buFont typeface="Roboto"/>
              <a:buChar char="○"/>
              <a:defRPr sz="1400" b="0" i="0" u="none" strike="noStrike" cap="none">
                <a:solidFill>
                  <a:schemeClr val="dk1"/>
                </a:solidFill>
                <a:latin typeface="Roboto"/>
                <a:ea typeface="Roboto"/>
                <a:cs typeface="Roboto"/>
                <a:sym typeface="Roboto"/>
              </a:defRPr>
            </a:lvl5pPr>
            <a:lvl6pPr marL="2743200" marR="0" lvl="5" indent="-317500" algn="l" rtl="0">
              <a:lnSpc>
                <a:spcPct val="115000"/>
              </a:lnSpc>
              <a:spcBef>
                <a:spcPts val="1600"/>
              </a:spcBef>
              <a:spcAft>
                <a:spcPts val="0"/>
              </a:spcAft>
              <a:buClr>
                <a:schemeClr val="dk1"/>
              </a:buClr>
              <a:buSzPts val="1400"/>
              <a:buFont typeface="Roboto"/>
              <a:buChar char="■"/>
              <a:defRPr sz="1400" b="0" i="0" u="none" strike="noStrike" cap="none">
                <a:solidFill>
                  <a:schemeClr val="dk1"/>
                </a:solidFill>
                <a:latin typeface="Roboto"/>
                <a:ea typeface="Roboto"/>
                <a:cs typeface="Roboto"/>
                <a:sym typeface="Roboto"/>
              </a:defRPr>
            </a:lvl6pPr>
            <a:lvl7pPr marL="3200400" marR="0" lvl="6" indent="-317500" algn="l" rtl="0">
              <a:lnSpc>
                <a:spcPct val="115000"/>
              </a:lnSpc>
              <a:spcBef>
                <a:spcPts val="1600"/>
              </a:spcBef>
              <a:spcAft>
                <a:spcPts val="0"/>
              </a:spcAft>
              <a:buClr>
                <a:schemeClr val="dk1"/>
              </a:buClr>
              <a:buSzPts val="1400"/>
              <a:buFont typeface="Roboto"/>
              <a:buChar char="●"/>
              <a:defRPr sz="1400" b="0" i="0" u="none" strike="noStrike" cap="none">
                <a:solidFill>
                  <a:schemeClr val="dk1"/>
                </a:solidFill>
                <a:latin typeface="Roboto"/>
                <a:ea typeface="Roboto"/>
                <a:cs typeface="Roboto"/>
                <a:sym typeface="Roboto"/>
              </a:defRPr>
            </a:lvl7pPr>
            <a:lvl8pPr marL="3657600" marR="0" lvl="7" indent="-317500" algn="l" rtl="0">
              <a:lnSpc>
                <a:spcPct val="115000"/>
              </a:lnSpc>
              <a:spcBef>
                <a:spcPts val="1600"/>
              </a:spcBef>
              <a:spcAft>
                <a:spcPts val="0"/>
              </a:spcAft>
              <a:buClr>
                <a:schemeClr val="dk1"/>
              </a:buClr>
              <a:buSzPts val="1400"/>
              <a:buFont typeface="Roboto"/>
              <a:buChar char="○"/>
              <a:defRPr sz="1400" b="0" i="0" u="none" strike="noStrike" cap="none">
                <a:solidFill>
                  <a:schemeClr val="dk1"/>
                </a:solidFill>
                <a:latin typeface="Roboto"/>
                <a:ea typeface="Roboto"/>
                <a:cs typeface="Roboto"/>
                <a:sym typeface="Roboto"/>
              </a:defRPr>
            </a:lvl8pPr>
            <a:lvl9pPr marL="4114800" marR="0" lvl="8" indent="-317500" algn="l" rtl="0">
              <a:lnSpc>
                <a:spcPct val="115000"/>
              </a:lnSpc>
              <a:spcBef>
                <a:spcPts val="1600"/>
              </a:spcBef>
              <a:spcAft>
                <a:spcPts val="1600"/>
              </a:spcAft>
              <a:buClr>
                <a:schemeClr val="dk1"/>
              </a:buClr>
              <a:buSzPts val="1400"/>
              <a:buFont typeface="Roboto"/>
              <a:buChar char="■"/>
              <a:defRPr sz="1400" b="0" i="0" u="none" strike="noStrike" cap="none">
                <a:solidFill>
                  <a:schemeClr val="dk1"/>
                </a:solidFill>
                <a:latin typeface="Roboto"/>
                <a:ea typeface="Roboto"/>
                <a:cs typeface="Roboto"/>
                <a:sym typeface="Roboto"/>
              </a:defRPr>
            </a:lvl9pPr>
          </a:lstStyle>
          <a:p>
            <a:endParaRPr/>
          </a:p>
        </p:txBody>
      </p:sp>
      <p:sp>
        <p:nvSpPr>
          <p:cNvPr id="8" name="Google Shape;8;g83372e3e9c_1_31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2"/>
        <p:cNvGrpSpPr/>
        <p:nvPr/>
      </p:nvGrpSpPr>
      <p:grpSpPr>
        <a:xfrm>
          <a:off x="0" y="0"/>
          <a:ext cx="0" cy="0"/>
          <a:chOff x="0" y="0"/>
          <a:chExt cx="0" cy="0"/>
        </a:xfrm>
      </p:grpSpPr>
      <p:sp>
        <p:nvSpPr>
          <p:cNvPr id="63" name="Google Shape;63;p1"/>
          <p:cNvSpPr txBox="1">
            <a:spLocks noGrp="1"/>
          </p:cNvSpPr>
          <p:nvPr>
            <p:ph type="body" idx="4294967295"/>
          </p:nvPr>
        </p:nvSpPr>
        <p:spPr>
          <a:xfrm>
            <a:off x="1496400" y="462800"/>
            <a:ext cx="6389100" cy="8520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400"/>
              <a:buNone/>
            </a:pPr>
            <a:r>
              <a:rPr lang="en" sz="3000"/>
              <a:t>Prototype Submission Phase</a:t>
            </a:r>
            <a:endParaRPr sz="3000"/>
          </a:p>
        </p:txBody>
      </p:sp>
      <p:pic>
        <p:nvPicPr>
          <p:cNvPr id="64" name="Google Shape;64;p1"/>
          <p:cNvPicPr preferRelativeResize="0"/>
          <p:nvPr/>
        </p:nvPicPr>
        <p:blipFill rotWithShape="1">
          <a:blip r:embed="rId4">
            <a:alphaModFix/>
          </a:blip>
          <a:srcRect/>
          <a:stretch/>
        </p:blipFill>
        <p:spPr>
          <a:xfrm>
            <a:off x="8489825" y="178900"/>
            <a:ext cx="471675" cy="471675"/>
          </a:xfrm>
          <a:prstGeom prst="rect">
            <a:avLst/>
          </a:prstGeom>
          <a:noFill/>
          <a:ln>
            <a:noFill/>
          </a:ln>
        </p:spPr>
      </p:pic>
      <p:sp>
        <p:nvSpPr>
          <p:cNvPr id="2" name="TextBox 1">
            <a:extLst>
              <a:ext uri="{FF2B5EF4-FFF2-40B4-BE49-F238E27FC236}">
                <a16:creationId xmlns:a16="http://schemas.microsoft.com/office/drawing/2014/main" id="{7C69EF2C-A679-E985-572D-F059E5B6D55C}"/>
              </a:ext>
            </a:extLst>
          </p:cNvPr>
          <p:cNvSpPr txBox="1"/>
          <p:nvPr/>
        </p:nvSpPr>
        <p:spPr>
          <a:xfrm>
            <a:off x="457200" y="4526280"/>
            <a:ext cx="8229600" cy="292388"/>
          </a:xfrm>
          <a:prstGeom prst="rect">
            <a:avLst/>
          </a:prstGeom>
          <a:noFill/>
        </p:spPr>
        <p:txBody>
          <a:bodyPr vert="horz" rtlCol="0">
            <a:spAutoFit/>
          </a:bodyPr>
          <a:lstStyle/>
          <a:p>
            <a:pPr algn="ctr"/>
            <a:r>
              <a:rPr lang="en-US" sz="1300">
                <a:solidFill>
                  <a:srgbClr val="FFFFFF"/>
                </a:solidFill>
              </a:rPr>
              <a:t>Team SENTINEL  |  Pali Krishna Harshith  |  provenance-aware security for AI agents</a:t>
            </a:r>
            <a:endParaRPr lang="en-IN" sz="130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1141"/>
        </a:solidFill>
        <a:effectLst/>
      </p:bgPr>
    </p:bg>
    <p:spTree>
      <p:nvGrpSpPr>
        <p:cNvPr id="1" name="Shape 68"/>
        <p:cNvGrpSpPr/>
        <p:nvPr/>
      </p:nvGrpSpPr>
      <p:grpSpPr>
        <a:xfrm>
          <a:off x="0" y="0"/>
          <a:ext cx="0" cy="0"/>
          <a:chOff x="0" y="0"/>
          <a:chExt cx="0" cy="0"/>
        </a:xfrm>
      </p:grpSpPr>
      <p:sp>
        <p:nvSpPr>
          <p:cNvPr id="69" name="Google Shape;69;p2"/>
          <p:cNvSpPr txBox="1">
            <a:spLocks noGrp="1"/>
          </p:cNvSpPr>
          <p:nvPr>
            <p:ph type="title"/>
          </p:nvPr>
        </p:nvSpPr>
        <p:spPr>
          <a:xfrm>
            <a:off x="0" y="710400"/>
            <a:ext cx="7364700" cy="6204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13000"/>
              <a:buNone/>
            </a:pPr>
            <a:r>
              <a:rPr lang="en" sz="3000">
                <a:solidFill>
                  <a:srgbClr val="0098FF"/>
                </a:solidFill>
              </a:rPr>
              <a:t>TEAM NAME and MEMBER DETAILS</a:t>
            </a:r>
            <a:endParaRPr sz="3000">
              <a:solidFill>
                <a:srgbClr val="0098FF"/>
              </a:solidFill>
            </a:endParaRPr>
          </a:p>
        </p:txBody>
      </p:sp>
      <p:sp>
        <p:nvSpPr>
          <p:cNvPr id="70" name="Google Shape;70;p2"/>
          <p:cNvSpPr txBox="1">
            <a:spLocks noGrp="1"/>
          </p:cNvSpPr>
          <p:nvPr>
            <p:ph type="body" idx="1"/>
          </p:nvPr>
        </p:nvSpPr>
        <p:spPr>
          <a:xfrm>
            <a:off x="731520" y="1440180"/>
            <a:ext cx="7680960" cy="174879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800"/>
              <a:buNone/>
            </a:pPr>
            <a:r>
              <a:rPr lang="en-US" sz="1500" i="1"/>
              <a:t>Team name: SENTINEL</a:t>
            </a:r>
          </a:p>
          <a:p>
            <a:pPr marL="0" lvl="0" indent="0" algn="l" rtl="0">
              <a:lnSpc>
                <a:spcPct val="115000"/>
              </a:lnSpc>
              <a:spcBef>
                <a:spcPts val="0"/>
              </a:spcBef>
              <a:spcAft>
                <a:spcPts val="1600"/>
              </a:spcAft>
              <a:buSzPts val="1800"/>
              <a:buNone/>
            </a:pPr>
            <a:r>
              <a:rPr lang="en-US" sz="1500" i="1"/>
              <a:t>Pali Krishna Harshith - solo developer</a:t>
            </a:r>
          </a:p>
          <a:p>
            <a:pPr marL="0" lvl="0" indent="0" algn="l" rtl="0">
              <a:lnSpc>
                <a:spcPct val="115000"/>
              </a:lnSpc>
              <a:spcBef>
                <a:spcPts val="0"/>
              </a:spcBef>
              <a:spcAft>
                <a:spcPts val="1600"/>
              </a:spcAft>
              <a:buSzPts val="1800"/>
              <a:buNone/>
            </a:pPr>
            <a:r>
              <a:rPr lang="en-US" sz="1500" i="1"/>
              <a:t>(architecture, security core, dashboard, deployment)</a:t>
            </a:r>
            <a:endParaRPr sz="1500" i="1"/>
          </a:p>
        </p:txBody>
      </p:sp>
      <p:sp>
        <p:nvSpPr>
          <p:cNvPr id="71" name="Google Shape;71;p2"/>
          <p:cNvSpPr txBox="1">
            <a:spLocks noGrp="1"/>
          </p:cNvSpPr>
          <p:nvPr>
            <p:ph type="body" idx="1"/>
          </p:nvPr>
        </p:nvSpPr>
        <p:spPr>
          <a:xfrm>
            <a:off x="387900" y="3377150"/>
            <a:ext cx="8368200" cy="107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800"/>
              <a:buNone/>
            </a:pPr>
            <a:r>
              <a:rPr lang="en" sz="3000">
                <a:solidFill>
                  <a:srgbClr val="0098FF"/>
                </a:solidFill>
              </a:rPr>
              <a:t>THEME:</a:t>
            </a:r>
            <a:endParaRPr sz="3000">
              <a:solidFill>
                <a:srgbClr val="0098FF"/>
              </a:solidFill>
            </a:endParaRPr>
          </a:p>
        </p:txBody>
      </p:sp>
      <p:sp>
        <p:nvSpPr>
          <p:cNvPr id="72" name="Google Shape;72;p2"/>
          <p:cNvSpPr txBox="1">
            <a:spLocks noGrp="1"/>
          </p:cNvSpPr>
          <p:nvPr>
            <p:ph type="body" idx="1"/>
          </p:nvPr>
        </p:nvSpPr>
        <p:spPr>
          <a:xfrm>
            <a:off x="2002800" y="3449200"/>
            <a:ext cx="6796200" cy="107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800"/>
              <a:buNone/>
            </a:pPr>
            <a:r>
              <a:rPr lang="en" sz="2400" i="1">
                <a:solidFill>
                  <a:srgbClr val="0075C4"/>
                </a:solidFill>
              </a:rPr>
              <a:t> </a:t>
            </a:r>
            <a:r>
              <a:rPr lang="en-US" sz="2400" i="1"/>
              <a:t>Security in the Agentic Future</a:t>
            </a:r>
            <a:endParaRPr sz="2400" i="1"/>
          </a:p>
        </p:txBody>
      </p:sp>
      <p:pic>
        <p:nvPicPr>
          <p:cNvPr id="73" name="Google Shape;73;p2"/>
          <p:cNvPicPr preferRelativeResize="0"/>
          <p:nvPr/>
        </p:nvPicPr>
        <p:blipFill rotWithShape="1">
          <a:blip r:embed="rId3">
            <a:alphaModFix/>
          </a:blip>
          <a:srcRect/>
          <a:stretch/>
        </p:blipFill>
        <p:spPr>
          <a:xfrm>
            <a:off x="8489825" y="178900"/>
            <a:ext cx="471675" cy="4716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1141"/>
        </a:solidFill>
        <a:effectLst/>
      </p:bgPr>
    </p:bg>
    <p:spTree>
      <p:nvGrpSpPr>
        <p:cNvPr id="1" name="Shape 77"/>
        <p:cNvGrpSpPr/>
        <p:nvPr/>
      </p:nvGrpSpPr>
      <p:grpSpPr>
        <a:xfrm>
          <a:off x="0" y="0"/>
          <a:ext cx="0" cy="0"/>
          <a:chOff x="0" y="0"/>
          <a:chExt cx="0" cy="0"/>
        </a:xfrm>
      </p:grpSpPr>
      <p:sp>
        <p:nvSpPr>
          <p:cNvPr id="78" name="Google Shape;78;p3"/>
          <p:cNvSpPr txBox="1">
            <a:spLocks noGrp="1"/>
          </p:cNvSpPr>
          <p:nvPr>
            <p:ph type="title"/>
          </p:nvPr>
        </p:nvSpPr>
        <p:spPr>
          <a:xfrm>
            <a:off x="226900" y="253575"/>
            <a:ext cx="8368200" cy="1538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0"/>
              <a:buNone/>
            </a:pPr>
            <a:r>
              <a:rPr lang="en" sz="3000">
                <a:solidFill>
                  <a:srgbClr val="0098FF"/>
                </a:solidFill>
                <a:latin typeface="Arial"/>
                <a:ea typeface="Arial"/>
                <a:cs typeface="Arial"/>
                <a:sym typeface="Arial"/>
              </a:rPr>
              <a:t>PROBLEM STATEMENT</a:t>
            </a:r>
            <a:endParaRPr sz="3000">
              <a:solidFill>
                <a:srgbClr val="0098FF"/>
              </a:solidFill>
            </a:endParaRPr>
          </a:p>
        </p:txBody>
      </p:sp>
      <p:sp>
        <p:nvSpPr>
          <p:cNvPr id="79" name="Google Shape;79;p3"/>
          <p:cNvSpPr txBox="1">
            <a:spLocks noGrp="1"/>
          </p:cNvSpPr>
          <p:nvPr>
            <p:ph type="body" idx="1"/>
          </p:nvPr>
        </p:nvSpPr>
        <p:spPr>
          <a:xfrm>
            <a:off x="600500" y="1791975"/>
            <a:ext cx="8368200" cy="107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US" sz="1600" i="1">
                <a:latin typeface="Arial"/>
                <a:ea typeface="Arial"/>
                <a:cs typeface="Arial"/>
                <a:sym typeface="Arial"/>
              </a:rPr>
              <a:t>AI agents are moving from chat to action: they browse, query business systems, and send communications autonomously through tool calls. That creates a new attack surface - indirect prompt injection. An attacker plants instructions inside content the agent will read: a web page, a document, an email. When the agent processes that content, the hidden instruction executes with the agent's full privileges - "summarize this pricing page" silently becomes "email this customer's SSN and API key to the attacker".
Today's defenses scan the text for attack patterns. Microsoft's own Prompt Shields documentation states it "may not catch all attack vectors" and recommends additional validation layers. Obfuscated attacks routinely evade filters - and once the model is persuaded, nothing stands between the injected instruction and the harmful action.
The gap: security is applied to the words, while the damage is done by the actions.</a:t>
            </a:r>
            <a:endParaRPr sz="1600" i="1"/>
          </a:p>
        </p:txBody>
      </p:sp>
      <p:pic>
        <p:nvPicPr>
          <p:cNvPr id="80" name="Google Shape;80;p3"/>
          <p:cNvPicPr preferRelativeResize="0"/>
          <p:nvPr/>
        </p:nvPicPr>
        <p:blipFill rotWithShape="1">
          <a:blip r:embed="rId3">
            <a:alphaModFix/>
          </a:blip>
          <a:srcRect/>
          <a:stretch/>
        </p:blipFill>
        <p:spPr>
          <a:xfrm>
            <a:off x="8489825" y="178900"/>
            <a:ext cx="471675" cy="4716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1141"/>
        </a:solidFill>
        <a:effectLst/>
      </p:bgPr>
    </p:bg>
    <p:spTree>
      <p:nvGrpSpPr>
        <p:cNvPr id="1" name="Shape 84"/>
        <p:cNvGrpSpPr/>
        <p:nvPr/>
      </p:nvGrpSpPr>
      <p:grpSpPr>
        <a:xfrm>
          <a:off x="0" y="0"/>
          <a:ext cx="0" cy="0"/>
          <a:chOff x="0" y="0"/>
          <a:chExt cx="0" cy="0"/>
        </a:xfrm>
      </p:grpSpPr>
      <p:sp>
        <p:nvSpPr>
          <p:cNvPr id="85" name="Google Shape;85;p4"/>
          <p:cNvSpPr txBox="1">
            <a:spLocks noGrp="1"/>
          </p:cNvSpPr>
          <p:nvPr>
            <p:ph type="title"/>
          </p:nvPr>
        </p:nvSpPr>
        <p:spPr>
          <a:xfrm>
            <a:off x="226900" y="253575"/>
            <a:ext cx="8368200" cy="1538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0"/>
              <a:buNone/>
            </a:pPr>
            <a:r>
              <a:rPr lang="en" sz="3000">
                <a:solidFill>
                  <a:srgbClr val="0098FF"/>
                </a:solidFill>
                <a:latin typeface="Arial"/>
                <a:ea typeface="Arial"/>
                <a:cs typeface="Arial"/>
                <a:sym typeface="Arial"/>
              </a:rPr>
              <a:t>SOLUTION</a:t>
            </a:r>
            <a:endParaRPr>
              <a:solidFill>
                <a:srgbClr val="0098FF"/>
              </a:solidFill>
            </a:endParaRPr>
          </a:p>
        </p:txBody>
      </p:sp>
      <p:sp>
        <p:nvSpPr>
          <p:cNvPr id="86" name="Google Shape;86;p4"/>
          <p:cNvSpPr txBox="1">
            <a:spLocks noGrp="1"/>
          </p:cNvSpPr>
          <p:nvPr>
            <p:ph type="body" idx="1"/>
          </p:nvPr>
        </p:nvSpPr>
        <p:spPr>
          <a:xfrm>
            <a:off x="513125" y="1417425"/>
            <a:ext cx="8368200" cy="33195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SzPts val="1800"/>
              <a:buFont typeface="Arial"/>
              <a:buChar char="●"/>
            </a:pPr>
            <a:r>
              <a:rPr lang="en-US" sz="1200">
                <a:latin typeface="Arial"/>
                <a:ea typeface="Arial"/>
                <a:cs typeface="Arial"/>
                <a:sym typeface="Arial"/>
              </a:rPr>
              <a:t>SENTINEL: a provenance-aware security proxy standing between the agent and every tool it can use (over MCP, the open standard for agent tools).
How it solves the problem: it labels the origin of everything the agent sees and authorizes every tool call against that lineage. An action that traces back to untrusted content is blocked - even when the text filter missed the attack. Tools are network-isolated behind SENTINEL, so interception cannot be bypassed.
Impact metrics: injected actions blocked (100% of demo suite, incl. filter-evading variants) | secrets exfiltrated: 0 | time-to-containment: automatic quarantine | audit completeness: every decision is a replayable forensic record | 277 automated tests.
Stack: Python, MCP, FastAPI, OpenTelemetry | Azure AI Foundry, Azure AI Content Safety (Prompt Shields), Azure OpenAI, Cosmos DB, Azure Monitor, Container Apps.
Decisions: MCP chosen so ONE proxy protects any agent (Foundry, Claude, GPT, custom) with zero agent-code changes; deny-by-default typed policy engine (no eval); the offline demo runs the identical pipeline as production.
Implementation &amp; effectiveness: drop-in - point the agent's tool endpoint at SENTINEL. Proven to block attacks that evade Prompt Shields.
Scalability/usability: scales horizontally across sessions (Container Apps autoscaling); multi-tenant policies with hot reload; one-click reproducible attacks; SIEM-ready alert export.</a:t>
            </a:r>
            <a:endParaRPr sz="1200" i="1">
              <a:latin typeface="Arial"/>
              <a:ea typeface="Arial"/>
              <a:cs typeface="Arial"/>
              <a:sym typeface="Arial"/>
            </a:endParaRPr>
          </a:p>
        </p:txBody>
      </p:sp>
      <p:pic>
        <p:nvPicPr>
          <p:cNvPr id="87" name="Google Shape;87;p4"/>
          <p:cNvPicPr preferRelativeResize="0"/>
          <p:nvPr/>
        </p:nvPicPr>
        <p:blipFill rotWithShape="1">
          <a:blip r:embed="rId3">
            <a:alphaModFix/>
          </a:blip>
          <a:srcRect/>
          <a:stretch/>
        </p:blipFill>
        <p:spPr>
          <a:xfrm>
            <a:off x="8489825" y="178900"/>
            <a:ext cx="471675" cy="4716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1141"/>
        </a:solidFill>
        <a:effectLst/>
      </p:bgPr>
    </p:bg>
    <p:spTree>
      <p:nvGrpSpPr>
        <p:cNvPr id="1" name="Shape 91"/>
        <p:cNvGrpSpPr/>
        <p:nvPr/>
      </p:nvGrpSpPr>
      <p:grpSpPr>
        <a:xfrm>
          <a:off x="0" y="0"/>
          <a:ext cx="0" cy="0"/>
          <a:chOff x="0" y="0"/>
          <a:chExt cx="0" cy="0"/>
        </a:xfrm>
      </p:grpSpPr>
      <p:sp>
        <p:nvSpPr>
          <p:cNvPr id="92" name="Google Shape;92;p5"/>
          <p:cNvSpPr txBox="1">
            <a:spLocks noGrp="1"/>
          </p:cNvSpPr>
          <p:nvPr>
            <p:ph type="title" idx="4294967295"/>
          </p:nvPr>
        </p:nvSpPr>
        <p:spPr>
          <a:xfrm>
            <a:off x="265500" y="261300"/>
            <a:ext cx="4306500" cy="9804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3800"/>
              <a:buNone/>
            </a:pPr>
            <a:r>
              <a:rPr lang="en" sz="2800">
                <a:solidFill>
                  <a:srgbClr val="0098FF"/>
                </a:solidFill>
                <a:latin typeface="Arial"/>
                <a:ea typeface="Arial"/>
                <a:cs typeface="Arial"/>
                <a:sym typeface="Arial"/>
              </a:rPr>
              <a:t>METHODOLOGY</a:t>
            </a:r>
            <a:endParaRPr sz="3000">
              <a:solidFill>
                <a:srgbClr val="0098FF"/>
              </a:solidFill>
            </a:endParaRPr>
          </a:p>
        </p:txBody>
      </p:sp>
      <p:sp>
        <p:nvSpPr>
          <p:cNvPr id="93" name="Google Shape;93;p5"/>
          <p:cNvSpPr txBox="1">
            <a:spLocks noGrp="1"/>
          </p:cNvSpPr>
          <p:nvPr>
            <p:ph type="body" idx="4294967295"/>
          </p:nvPr>
        </p:nvSpPr>
        <p:spPr>
          <a:xfrm>
            <a:off x="457200" y="1234440"/>
            <a:ext cx="8229600" cy="617220"/>
          </a:xfrm>
          <a:prstGeom prst="rect">
            <a:avLst/>
          </a:prstGeom>
          <a:noFill/>
          <a:ln>
            <a:noFill/>
          </a:ln>
        </p:spPr>
        <p:txBody>
          <a:bodyPr spcFirstLastPara="1" wrap="square" lIns="91425" tIns="91425" rIns="91425" bIns="91425" anchor="ctr" anchorCtr="0">
            <a:noAutofit/>
          </a:bodyPr>
          <a:lstStyle/>
          <a:p>
            <a:pPr marL="457200" lvl="0" indent="-355600" algn="l" rtl="0">
              <a:lnSpc>
                <a:spcPct val="115000"/>
              </a:lnSpc>
              <a:spcBef>
                <a:spcPts val="0"/>
              </a:spcBef>
              <a:spcAft>
                <a:spcPts val="0"/>
              </a:spcAft>
              <a:buSzPts val="2000"/>
              <a:buFont typeface="Calibri"/>
              <a:buChar char="●"/>
            </a:pPr>
            <a:r>
              <a:rPr lang="en-US" sz="1200">
                <a:latin typeface="Calibri"/>
                <a:ea typeface="Calibri"/>
                <a:cs typeface="Calibri"/>
                <a:sym typeface="Calibri"/>
              </a:rPr>
              <a:t>One pipeline for every tool call: trace origins -&gt; authorize against policy -&gt; contain (trust &amp; quarantine) -&gt; record evidence. Architecture below; flow charts and the forensic data model are in the repository.</a:t>
            </a:r>
            <a:endParaRPr sz="1200" i="1">
              <a:solidFill>
                <a:srgbClr val="03306C"/>
              </a:solidFill>
            </a:endParaRPr>
          </a:p>
        </p:txBody>
      </p:sp>
      <p:pic>
        <p:nvPicPr>
          <p:cNvPr id="96" name="Google Shape;96;p5"/>
          <p:cNvPicPr preferRelativeResize="0">
            <a:picLocks/>
          </p:cNvPicPr>
          <p:nvPr/>
        </p:nvPicPr>
        <p:blipFill rotWithShape="1">
          <a:blip r:embed="rId3">
            <a:alphaModFix/>
          </a:blip>
          <a:srcRect/>
          <a:stretch/>
        </p:blipFill>
        <p:spPr>
          <a:xfrm>
            <a:off x="1920240" y="1774508"/>
            <a:ext cx="5303520" cy="2983230"/>
          </a:xfrm>
          <a:prstGeom prst="rect">
            <a:avLst/>
          </a:prstGeom>
          <a:noFill/>
          <a:ln>
            <a:noFill/>
          </a:ln>
        </p:spPr>
      </p:pic>
      <p:pic>
        <p:nvPicPr>
          <p:cNvPr id="3" name="Picture 2">
            <a:extLst>
              <a:ext uri="{FF2B5EF4-FFF2-40B4-BE49-F238E27FC236}">
                <a16:creationId xmlns:a16="http://schemas.microsoft.com/office/drawing/2014/main" id="{704F0CCB-7641-86E8-E960-3A810DF7431D}"/>
              </a:ext>
            </a:extLst>
          </p:cNvPr>
          <p:cNvPicPr>
            <a:picLocks/>
          </p:cNvPicPr>
          <p:nvPr/>
        </p:nvPicPr>
        <p:blipFill>
          <a:blip r:embed="rId4"/>
          <a:stretch>
            <a:fillRect/>
          </a:stretch>
        </p:blipFill>
        <p:spPr>
          <a:xfrm>
            <a:off x="1920240" y="1774508"/>
            <a:ext cx="5303520" cy="298323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1141"/>
        </a:solidFill>
        <a:effectLst/>
      </p:bgPr>
    </p:bg>
    <p:spTree>
      <p:nvGrpSpPr>
        <p:cNvPr id="1" name="Shape 100"/>
        <p:cNvGrpSpPr/>
        <p:nvPr/>
      </p:nvGrpSpPr>
      <p:grpSpPr>
        <a:xfrm>
          <a:off x="0" y="0"/>
          <a:ext cx="0" cy="0"/>
          <a:chOff x="0" y="0"/>
          <a:chExt cx="0" cy="0"/>
        </a:xfrm>
      </p:grpSpPr>
      <p:sp>
        <p:nvSpPr>
          <p:cNvPr id="101" name="Google Shape;101;g83372e3e9c_0_0"/>
          <p:cNvSpPr txBox="1">
            <a:spLocks noGrp="1"/>
          </p:cNvSpPr>
          <p:nvPr>
            <p:ph type="title"/>
          </p:nvPr>
        </p:nvSpPr>
        <p:spPr>
          <a:xfrm>
            <a:off x="226900" y="253575"/>
            <a:ext cx="8368200" cy="15384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13000"/>
              <a:buNone/>
            </a:pPr>
            <a:r>
              <a:rPr lang="en" sz="3000">
                <a:solidFill>
                  <a:schemeClr val="dk1"/>
                </a:solidFill>
                <a:latin typeface="Arial"/>
                <a:ea typeface="Arial"/>
                <a:cs typeface="Arial"/>
                <a:sym typeface="Arial"/>
              </a:rPr>
              <a:t>WORKING PROTOTYPE</a:t>
            </a:r>
            <a:endParaRPr>
              <a:solidFill>
                <a:schemeClr val="dk1"/>
              </a:solidFill>
            </a:endParaRPr>
          </a:p>
        </p:txBody>
      </p:sp>
      <p:sp>
        <p:nvSpPr>
          <p:cNvPr id="102" name="Google Shape;102;g83372e3e9c_0_0"/>
          <p:cNvSpPr txBox="1">
            <a:spLocks noGrp="1"/>
          </p:cNvSpPr>
          <p:nvPr>
            <p:ph type="body" idx="1"/>
          </p:nvPr>
        </p:nvSpPr>
        <p:spPr>
          <a:xfrm>
            <a:off x="457200" y="1285875"/>
            <a:ext cx="8229600" cy="771525"/>
          </a:xfrm>
          <a:prstGeom prst="rect">
            <a:avLst/>
          </a:prstGeom>
          <a:noFill/>
          <a:ln>
            <a:noFill/>
          </a:ln>
        </p:spPr>
        <p:txBody>
          <a:bodyPr spcFirstLastPara="1" wrap="square" lIns="91425" tIns="91425" rIns="91425" bIns="91425" anchor="t" anchorCtr="0">
            <a:noAutofit/>
          </a:bodyPr>
          <a:lstStyle/>
          <a:p>
            <a:pPr marL="1828800" lvl="0" indent="457200" algn="l" rtl="0">
              <a:lnSpc>
                <a:spcPct val="115000"/>
              </a:lnSpc>
              <a:spcBef>
                <a:spcPts val="0"/>
              </a:spcBef>
              <a:spcAft>
                <a:spcPts val="0"/>
              </a:spcAft>
              <a:buSzPts val="1800"/>
              <a:buNone/>
            </a:pPr>
            <a:r>
              <a:rPr lang="en-IN" sz="1150" i="1">
                <a:solidFill>
                  <a:srgbClr val="3D85C6"/>
                </a:solidFill>
                <a:latin typeface="Arial"/>
                <a:ea typeface="Arial"/>
                <a:cs typeface="Arial"/>
                <a:sym typeface="Arial"/>
              </a:rPr>
              <a:t>GitHub: github.com/Harshith029/Sentinel  (MIT - CI green - 277 tests)</a:t>
            </a:r>
          </a:p>
          <a:p>
            <a:pPr marL="1828800" lvl="0" indent="457200" algn="l" rtl="0">
              <a:lnSpc>
                <a:spcPct val="115000"/>
              </a:lnSpc>
              <a:spcBef>
                <a:spcPts val="0"/>
              </a:spcBef>
              <a:spcAft>
                <a:spcPts val="0"/>
              </a:spcAft>
              <a:buSzPts val="1800"/>
              <a:buNone/>
            </a:pPr>
            <a:r>
              <a:rPr lang="en-IN" sz="1150" i="1">
                <a:solidFill>
                  <a:srgbClr val="3D85C6"/>
                </a:solidFill>
                <a:latin typeface="Arial"/>
                <a:ea typeface="Arial"/>
                <a:cs typeface="Arial"/>
                <a:sym typeface="Arial"/>
              </a:rPr>
              <a:t>Run locally:  make dashboard  -&gt;  localhost:8765  -&gt;  click "launch attack"</a:t>
            </a:r>
          </a:p>
          <a:p>
            <a:pPr marL="1828800" lvl="0" indent="457200" algn="l" rtl="0">
              <a:lnSpc>
                <a:spcPct val="115000"/>
              </a:lnSpc>
              <a:spcBef>
                <a:spcPts val="0"/>
              </a:spcBef>
              <a:spcAft>
                <a:spcPts val="0"/>
              </a:spcAft>
              <a:buSzPts val="1800"/>
              <a:buNone/>
            </a:pPr>
            <a:r>
              <a:rPr lang="en-IN" sz="1150" i="1">
                <a:solidFill>
                  <a:srgbClr val="3D85C6"/>
                </a:solidFill>
                <a:latin typeface="Arial"/>
                <a:ea typeface="Arial"/>
                <a:cs typeface="Arial"/>
                <a:sym typeface="Arial"/>
              </a:rPr>
              <a:t>Demo video &amp; live link: attached on the platform.</a:t>
            </a:r>
            <a:endParaRPr sz="1150" i="1">
              <a:solidFill>
                <a:srgbClr val="3D85C6"/>
              </a:solidFill>
              <a:latin typeface="Arial"/>
              <a:ea typeface="Arial"/>
              <a:cs typeface="Arial"/>
              <a:sym typeface="Arial"/>
            </a:endParaRPr>
          </a:p>
        </p:txBody>
      </p:sp>
      <p:pic>
        <p:nvPicPr>
          <p:cNvPr id="103" name="Google Shape;103;g83372e3e9c_0_0"/>
          <p:cNvPicPr preferRelativeResize="0">
            <a:picLocks/>
          </p:cNvPicPr>
          <p:nvPr/>
        </p:nvPicPr>
        <p:blipFill rotWithShape="1">
          <a:blip r:embed="rId3">
            <a:alphaModFix/>
          </a:blip>
          <a:srcRect/>
          <a:stretch/>
        </p:blipFill>
        <p:spPr>
          <a:xfrm>
            <a:off x="2286000" y="2185988"/>
            <a:ext cx="4572000" cy="2857500"/>
          </a:xfrm>
          <a:prstGeom prst="rect">
            <a:avLst/>
          </a:prstGeom>
          <a:noFill/>
          <a:ln>
            <a:noFill/>
          </a:ln>
        </p:spPr>
      </p:pic>
      <p:pic>
        <p:nvPicPr>
          <p:cNvPr id="3" name="Picture 2">
            <a:extLst>
              <a:ext uri="{FF2B5EF4-FFF2-40B4-BE49-F238E27FC236}">
                <a16:creationId xmlns:a16="http://schemas.microsoft.com/office/drawing/2014/main" id="{B13A459D-8BDB-ED27-79AA-3159835949AD}"/>
              </a:ext>
            </a:extLst>
          </p:cNvPr>
          <p:cNvPicPr>
            <a:picLocks/>
          </p:cNvPicPr>
          <p:nvPr/>
        </p:nvPicPr>
        <p:blipFill>
          <a:blip r:embed="rId4"/>
          <a:stretch>
            <a:fillRect/>
          </a:stretch>
        </p:blipFill>
        <p:spPr>
          <a:xfrm>
            <a:off x="2286000" y="2185988"/>
            <a:ext cx="4572000" cy="2857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1141"/>
        </a:solidFill>
        <a:effectLst/>
      </p:bgPr>
    </p:bg>
    <p:spTree>
      <p:nvGrpSpPr>
        <p:cNvPr id="1" name="Shape 107"/>
        <p:cNvGrpSpPr/>
        <p:nvPr/>
      </p:nvGrpSpPr>
      <p:grpSpPr>
        <a:xfrm>
          <a:off x="0" y="0"/>
          <a:ext cx="0" cy="0"/>
          <a:chOff x="0" y="0"/>
          <a:chExt cx="0" cy="0"/>
        </a:xfrm>
      </p:grpSpPr>
      <p:sp>
        <p:nvSpPr>
          <p:cNvPr id="108" name="Google Shape;108;g83372e3e9c_2_0"/>
          <p:cNvSpPr txBox="1">
            <a:spLocks noGrp="1"/>
          </p:cNvSpPr>
          <p:nvPr>
            <p:ph type="title"/>
          </p:nvPr>
        </p:nvSpPr>
        <p:spPr>
          <a:xfrm>
            <a:off x="226900" y="253575"/>
            <a:ext cx="8368200" cy="15384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13000"/>
              <a:buNone/>
            </a:pPr>
            <a:r>
              <a:rPr lang="en" sz="3000">
                <a:solidFill>
                  <a:schemeClr val="dk1"/>
                </a:solidFill>
                <a:latin typeface="Arial"/>
                <a:ea typeface="Arial"/>
                <a:cs typeface="Arial"/>
                <a:sym typeface="Arial"/>
              </a:rPr>
              <a:t>Attachments</a:t>
            </a:r>
            <a:endParaRPr>
              <a:solidFill>
                <a:schemeClr val="dk1"/>
              </a:solidFill>
            </a:endParaRPr>
          </a:p>
        </p:txBody>
      </p:sp>
      <p:sp>
        <p:nvSpPr>
          <p:cNvPr id="109" name="Google Shape;109;g83372e3e9c_2_0"/>
          <p:cNvSpPr txBox="1">
            <a:spLocks noGrp="1"/>
          </p:cNvSpPr>
          <p:nvPr>
            <p:ph type="body" idx="1"/>
          </p:nvPr>
        </p:nvSpPr>
        <p:spPr>
          <a:xfrm>
            <a:off x="468875" y="1561250"/>
            <a:ext cx="8368200" cy="3319500"/>
          </a:xfrm>
          <a:prstGeom prst="rect">
            <a:avLst/>
          </a:prstGeom>
          <a:noFill/>
          <a:ln>
            <a:noFill/>
          </a:ln>
        </p:spPr>
        <p:txBody>
          <a:bodyPr spcFirstLastPara="1" wrap="square" lIns="91425" tIns="91425" rIns="91425" bIns="91425" anchor="t" anchorCtr="0">
            <a:noAutofit/>
          </a:bodyPr>
          <a:lstStyle/>
          <a:p>
            <a:pPr marL="914400" lvl="0" indent="0" algn="ctr" rtl="0">
              <a:lnSpc>
                <a:spcPct val="115000"/>
              </a:lnSpc>
              <a:spcBef>
                <a:spcPts val="0"/>
              </a:spcBef>
              <a:spcAft>
                <a:spcPts val="0"/>
              </a:spcAft>
              <a:buSzPts val="1800"/>
              <a:buNone/>
            </a:pPr>
            <a:r>
              <a:rPr lang="en-US" sz="1300" i="1">
                <a:solidFill>
                  <a:srgbClr val="3D85C6"/>
                </a:solidFill>
                <a:latin typeface="Arial"/>
                <a:ea typeface="Arial"/>
                <a:cs typeface="Arial"/>
                <a:sym typeface="Arial"/>
              </a:rPr>
              <a:t>Live dashboard screenshots: the attack outcome with vs without SENTINEL (left) and the forensic kill chain + deployment-mode matrix (right).</a:t>
            </a:r>
            <a:endParaRPr sz="1300" i="1">
              <a:solidFill>
                <a:srgbClr val="3D85C6"/>
              </a:solidFill>
              <a:latin typeface="Arial"/>
              <a:ea typeface="Arial"/>
              <a:cs typeface="Arial"/>
              <a:sym typeface="Arial"/>
            </a:endParaRPr>
          </a:p>
        </p:txBody>
      </p:sp>
      <p:pic>
        <p:nvPicPr>
          <p:cNvPr id="110" name="Google Shape;110;g83372e3e9c_2_0"/>
          <p:cNvPicPr preferRelativeResize="0"/>
          <p:nvPr/>
        </p:nvPicPr>
        <p:blipFill rotWithShape="1">
          <a:blip r:embed="rId3">
            <a:alphaModFix/>
          </a:blip>
          <a:srcRect/>
          <a:stretch/>
        </p:blipFill>
        <p:spPr>
          <a:xfrm>
            <a:off x="8489825" y="178900"/>
            <a:ext cx="471675" cy="471675"/>
          </a:xfrm>
          <a:prstGeom prst="rect">
            <a:avLst/>
          </a:prstGeom>
          <a:noFill/>
          <a:ln>
            <a:noFill/>
          </a:ln>
        </p:spPr>
      </p:pic>
      <p:pic>
        <p:nvPicPr>
          <p:cNvPr id="3" name="Picture 2">
            <a:extLst>
              <a:ext uri="{FF2B5EF4-FFF2-40B4-BE49-F238E27FC236}">
                <a16:creationId xmlns:a16="http://schemas.microsoft.com/office/drawing/2014/main" id="{A530E231-1BC1-2C56-F1C4-47267D0B35F1}"/>
              </a:ext>
            </a:extLst>
          </p:cNvPr>
          <p:cNvPicPr>
            <a:picLocks/>
          </p:cNvPicPr>
          <p:nvPr/>
        </p:nvPicPr>
        <p:blipFill>
          <a:blip r:embed="rId4"/>
          <a:stretch>
            <a:fillRect/>
          </a:stretch>
        </p:blipFill>
        <p:spPr>
          <a:xfrm>
            <a:off x="365760" y="2160270"/>
            <a:ext cx="4023360" cy="2263140"/>
          </a:xfrm>
          <a:prstGeom prst="rect">
            <a:avLst/>
          </a:prstGeom>
        </p:spPr>
      </p:pic>
      <p:pic>
        <p:nvPicPr>
          <p:cNvPr id="5" name="Picture 4">
            <a:extLst>
              <a:ext uri="{FF2B5EF4-FFF2-40B4-BE49-F238E27FC236}">
                <a16:creationId xmlns:a16="http://schemas.microsoft.com/office/drawing/2014/main" id="{5966E216-569D-3D85-1886-C70BB2E67072}"/>
              </a:ext>
            </a:extLst>
          </p:cNvPr>
          <p:cNvPicPr>
            <a:picLocks/>
          </p:cNvPicPr>
          <p:nvPr/>
        </p:nvPicPr>
        <p:blipFill>
          <a:blip r:embed="rId5"/>
          <a:stretch>
            <a:fillRect/>
          </a:stretch>
        </p:blipFill>
        <p:spPr>
          <a:xfrm>
            <a:off x="4754880" y="2160270"/>
            <a:ext cx="4023360" cy="2263140"/>
          </a:xfrm>
          <a:prstGeom prst="rect">
            <a:avLst/>
          </a:prstGeom>
        </p:spPr>
      </p:pic>
    </p:spTree>
  </p:cSld>
  <p:clrMapOvr>
    <a:masterClrMapping/>
  </p:clrMapOvr>
</p:sld>
</file>

<file path=ppt/theme/theme1.xml><?xml version="1.0" encoding="utf-8"?>
<a:theme xmlns:a="http://schemas.openxmlformats.org/drawingml/2006/main"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8BC34A"/>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592</Words>
  <Application>Microsoft Office PowerPoint</Application>
  <PresentationFormat>On-screen Show (16:9)</PresentationFormat>
  <Paragraphs>20</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Roboto</vt:lpstr>
      <vt:lpstr>Roboto Slab</vt:lpstr>
      <vt:lpstr>Arial</vt:lpstr>
      <vt:lpstr>Marina</vt:lpstr>
      <vt:lpstr>PowerPoint Presentation</vt:lpstr>
      <vt:lpstr>TEAM NAME and MEMBER DETAILS</vt:lpstr>
      <vt:lpstr>PROBLEM STATEMENT</vt:lpstr>
      <vt:lpstr>SOLUTION</vt:lpstr>
      <vt:lpstr>METHODOLOGY</vt:lpstr>
      <vt:lpstr>WORKING PROTOTYPE</vt:lpstr>
      <vt:lpstr>Attachments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Harshith Pali</cp:lastModifiedBy>
  <cp:revision>1</cp:revision>
  <dcterms:modified xsi:type="dcterms:W3CDTF">2026-06-10T05:18:31Z</dcterms:modified>
</cp:coreProperties>
</file>