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4008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PROTOTYPE SUBMISSION  ·  MICROSOFT BUILD AI HACKATHON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920240"/>
            <a:ext cx="106372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spc="400" kern="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SENTINEL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77240" y="329184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Provenance-aware security for AI agents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402336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an agent takes is checked against where its instructions came from —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a poisoned web page can never make an agent leak your data.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59893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SENTINEL</a:t>
            </a:r>
            <a:pPr indent="0" marL="0">
              <a:buNone/>
            </a:pPr>
            <a:r>
              <a:rPr lang="en-US" sz="135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Pali Krishna Harshith   |   Theme: Security in the Agentic Future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NAME AND MEMBER DETAILS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SENTINEL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103120"/>
            <a:ext cx="6583680" cy="3017520"/>
          </a:xfrm>
          <a:prstGeom prst="roundRect">
            <a:avLst>
              <a:gd name="adj" fmla="val 3030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25146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PALI KRISHNA HARSHITH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2971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developer — full build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347472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&amp; security core (provenance, authorization, trust)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Proxy, control plane &amp; forensic evidence pipeline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 &amp; demo UX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Testing, CI and deployment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26680" y="2103120"/>
            <a:ext cx="3657600" cy="3017520"/>
          </a:xfrm>
          <a:prstGeom prst="roundRect">
            <a:avLst>
              <a:gd name="adj" fmla="val 3030"/>
            </a:avLst>
          </a:prstGeom>
          <a:solidFill>
            <a:srgbClr val="121A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092440" y="2514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92440" y="29718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0F3F6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Security in the Agentic Future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092440" y="44348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github.com/Harshith029/Sentinel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77240" y="557784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MIT licensed · CI green · 277 automated tests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act. Attacks hide in what they read.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05740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 are moving from chat to action: they browse, query business systems, and send communications autonomously through tool calls. That creates a new attack surface — indirect prompt injection. An attacker plants instructions inside content the agent will read: a web page, a document, an email. When the agent processes that content, the hidden instruction executes with the agent's full privileges — “summarize this pricing page” silently becomes “email this customer's SSN and API key to the attacker.”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77240" y="379476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defenses scan the text for attack patterns. Microsoft's own Prompt Shields documentation states it “may not catch all attack vectors” and recommends additional validation layers. Obfuscated attacks routinely evade filters — and once the model is persuaded, nothing stands between the injected instruction and the harmful action.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77240" y="5257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gap:  </a:t>
            </a:r>
            <a:pPr indent="0" marL="0">
              <a:buNone/>
            </a:pPr>
            <a:r>
              <a:rPr lang="en-US" sz="1900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is applied to the </a:t>
            </a:r>
            <a:pPr indent="0" marL="0">
              <a:buNone/>
            </a:pPr>
            <a:r>
              <a:rPr lang="en-US" sz="19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words</a:t>
            </a:r>
            <a:pPr indent="0" marL="0">
              <a:buNone/>
            </a:pPr>
            <a:r>
              <a:rPr lang="en-US" sz="1900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while the damage is done by the </a:t>
            </a:r>
            <a:pPr indent="0" marL="0">
              <a:buNone/>
            </a:pPr>
            <a:r>
              <a:rPr lang="en-US" sz="190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actions</a:t>
            </a:r>
            <a:pPr indent="0" marL="0">
              <a:buNone/>
            </a:pPr>
            <a:r>
              <a:rPr lang="en-US" sz="1900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provenance-aware security proxy for every agent tool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011680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157984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SOLVES THE PROBLEM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05840" y="2578608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 the origin of everything the agent sees and authorizes every tool call against that lineage. An action tracing back to untrusted content is blocked — even when the text filter missed the attack. Tools are network-isolated behind SENTINEL: interception can't be bypassed.</a:t>
            </a:r>
            <a:endParaRPr lang="en-US" sz="1030" dirty="0"/>
          </a:p>
        </p:txBody>
      </p:sp>
      <p:sp>
        <p:nvSpPr>
          <p:cNvPr id="7" name="Shape 5"/>
          <p:cNvSpPr/>
          <p:nvPr/>
        </p:nvSpPr>
        <p:spPr>
          <a:xfrm>
            <a:off x="4370832" y="2011680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99432" y="2157984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METRICS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99432" y="2578608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Injected actions blocked: 100% of the demo suite, incl. filter-evading variants · secrets exfiltrated: 0 · automatic quarantine on repeated abuse · every decision recorded as replayable forensic evidence · 277 automated tests.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7964424" y="2011680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93024" y="2157984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STACK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193024" y="2578608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 · MCP (Model Context Protocol) · FastAPI · OpenTelemetry.  Azure: AI Foundry, AI Content Safety (Prompt Shields), Azure OpenAI, Cosmos DB, Azure Monitor, Container Apps.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777240" y="4233672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4379976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ASSUMPTIONS &amp; DECISIONS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05840" y="4800600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chosen as the open standard for agent tools → ONE proxy protects any agent (Foundry, Claude, GPT, custom) with zero agent-code changes. Deny-by-default typed policy engine (no eval). The offline demo runs the identical pipeline as production.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370832" y="4233672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99432" y="4379976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&amp; EFFECTIVENESS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99432" y="4800600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Drop-in: point the agent's tool endpoint at SENTINEL — no SDK, no agent modification. Proven to block attacks that evade Prompt Shields (the architecture, not the filter, stops them).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7964424" y="4233672"/>
            <a:ext cx="3456432" cy="1993392"/>
          </a:xfrm>
          <a:prstGeom prst="roundRect">
            <a:avLst>
              <a:gd name="adj" fmla="val 4587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93024" y="4379976"/>
            <a:ext cx="2999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SCALABILITY &amp; USABILITY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193024" y="4800600"/>
            <a:ext cx="2999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3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Scales horizontally across sessions (Container Apps autoscaling) · multi-tenant policies with safe hot-reload · one-click reproducible attack demo · SIEM-ready alert export for SOC teams.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METHODOLOGY — ARCHITECTURE &amp;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pipeline for every tool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4231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697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3154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Claude · GPT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any custom agent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154680" y="3218688"/>
            <a:ext cx="685800" cy="0"/>
          </a:xfrm>
          <a:prstGeom prst="line">
            <a:avLst/>
          </a:prstGeom>
          <a:noFill/>
          <a:ln w="28575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31920" y="2011680"/>
            <a:ext cx="4846320" cy="3291840"/>
          </a:xfrm>
          <a:prstGeom prst="roundRect">
            <a:avLst>
              <a:gd name="adj" fmla="val 2778"/>
            </a:avLst>
          </a:prstGeom>
          <a:solidFill>
            <a:srgbClr val="121A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06240" y="217627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SENTINEL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233672" y="2651760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63440" y="263347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035040" y="2633472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 the origin of everything the agent has seen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233672" y="3310128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63440" y="329184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035040" y="329184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decides each action using those origins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233672" y="3968496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663440" y="39502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035040" y="395020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repeated abuse quarantines the agent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233672" y="4626864"/>
            <a:ext cx="365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8BDF8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63440" y="460857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035040" y="460857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decision becomes a replayable audit trail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42248" y="3218688"/>
            <a:ext cx="685800" cy="0"/>
          </a:xfrm>
          <a:prstGeom prst="line">
            <a:avLst/>
          </a:prstGeom>
          <a:noFill/>
          <a:ln w="28575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646920" y="2423160"/>
            <a:ext cx="2331720" cy="1600200"/>
          </a:xfrm>
          <a:prstGeom prst="roundRect">
            <a:avLst>
              <a:gd name="adj" fmla="val 5714"/>
            </a:avLst>
          </a:prstGeom>
          <a:solidFill>
            <a:srgbClr val="161C24"/>
          </a:solidFill>
          <a:ln w="12700">
            <a:solidFill>
              <a:srgbClr val="232B36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46920" y="269748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646920" y="3154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· web · records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behind SENTINEL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Attack flow: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240280" y="562356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record </a:t>
            </a:r>
            <a:pPr indent="0" marL="0">
              <a:buNone/>
            </a:pPr>
            <a:r>
              <a:rPr lang="en-US" sz="1250" dirty="0">
                <a:solidFill>
                  <a:srgbClr val="4ADE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fetch poisoned page </a:t>
            </a:r>
            <a:pPr indent="0" marL="0">
              <a:buNone/>
            </a:pPr>
            <a:r>
              <a:rPr lang="en-US" sz="125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filter scan: missed </a:t>
            </a:r>
            <a:pPr indent="0" marL="0">
              <a:buNone/>
            </a:pPr>
            <a:r>
              <a:rPr lang="en-US" sz="1250" b="1" dirty="0">
                <a:solidFill>
                  <a:srgbClr val="F871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 exfiltration attempt: BLOCKED by provenance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77240" y="59893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Tools are reachable only through SENTINEL — interception is guaranteed by the network itself. Full flow charts and the forensic data model are in the repository.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PROTOTYPE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functional today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1488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971800" y="21488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github.com/Harshith029/Sentinel  —  MIT · CI green · 277 tests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3136392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locally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3136392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 dashboard  →  localhost:8765  →  click “launch attack”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4123944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71800" y="4123944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Docker image + one-click Render blueprint (render.yaml) in the repo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5111496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video &amp; live link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71800" y="5111496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8A4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attached on the platform</a:t>
            </a:r>
            <a:endParaRPr lang="en-US" sz="1200" dirty="0"/>
          </a:p>
        </p:txBody>
      </p:sp>
      <p:pic>
        <p:nvPicPr>
          <p:cNvPr id="12" name="Image 0" descr="C:\Users\harsh\AppData\Local\Temp\dash-shots\shot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0935" y="2148840"/>
            <a:ext cx="5303520" cy="33147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10935" y="55732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dashboard mid-attack: the exfiltration email refused, lineage shown, agent quarantined.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ATTACHMENTS — SCREENSHOTS FROM THE RUNNING SYSTEM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914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3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Evidence, not claims</a:t>
            </a:r>
            <a:endParaRPr lang="en-US" sz="3000" dirty="0"/>
          </a:p>
        </p:txBody>
      </p:sp>
      <p:pic>
        <p:nvPicPr>
          <p:cNvPr id="4" name="Image 0" descr="C:\Users\harsh\AppData\Local\Temp\dash-shots\shot-out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03120"/>
            <a:ext cx="5212080" cy="293179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5144643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Outbox with vs without SENTINEL: the SSN/API key reach the attacker only when SENTINEL is absent — with it, “never persisted.”</a:t>
            </a:r>
            <a:endParaRPr lang="en-US" sz="1100" dirty="0"/>
          </a:p>
        </p:txBody>
      </p:sp>
      <p:pic>
        <p:nvPicPr>
          <p:cNvPr id="6" name="Image 1" descr="C:\Users\harsh\AppData\Local\Temp\dash-shots\shot-killch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375" y="2103120"/>
            <a:ext cx="5212080" cy="293179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02375" y="5144643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Forensic kill chain, structured-extractor validation, and the DEMO-vs-AZURE capability matrix.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729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A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prototype submission</dc:title>
  <dc:subject>PptxGenJS Presentation</dc:subject>
  <dc:creator>Pali Krishna Harshith</dc:creator>
  <cp:lastModifiedBy>Pali Krishna Harshith</cp:lastModifiedBy>
  <cp:revision>1</cp:revision>
  <dcterms:created xsi:type="dcterms:W3CDTF">2026-06-10T18:11:10Z</dcterms:created>
  <dcterms:modified xsi:type="dcterms:W3CDTF">2026-06-10T18:11:10Z</dcterms:modified>
</cp:coreProperties>
</file>