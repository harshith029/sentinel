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874520"/>
            <a:ext cx="1063721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spc="400" kern="0" dirty="0">
                <a:solidFill>
                  <a:srgbClr val="F0F3F6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WHENCE</a:t>
            </a:r>
            <a:endParaRPr lang="en-US" sz="8400" dirty="0"/>
          </a:p>
        </p:txBody>
      </p:sp>
      <p:sp>
        <p:nvSpPr>
          <p:cNvPr id="3" name="Text 1"/>
          <p:cNvSpPr/>
          <p:nvPr/>
        </p:nvSpPr>
        <p:spPr>
          <a:xfrm>
            <a:off x="777240" y="32461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Provenance-aware security for AI agents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777240" y="397764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action an agent takes is checked against where its instructions came from —</a:t>
            </a:r>
            <a:endParaRPr lang="en-US" sz="15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 a poisoned web page can never make an agent leak your data.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777240" y="598932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Pali Krishna Harshith    ·    Microsoft Build AI Hackathon 2026  —  Security in the Agentic Future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91440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agents don't just talk. They act.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77240" y="21671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38BDF8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417320" y="2148840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 call real tools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17320" y="2551176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They send emails, read customer records, and move data — autonomously.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77240" y="34655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38BDF8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2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417320" y="34472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Attacks hide in what agents read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17320" y="3849624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poisoned web page or document can carry hidden instructions the agent will follow.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77240" y="47640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38BDF8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3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417320" y="4745736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Filters check words, not actions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17320" y="5148072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Obfuscated attacks slip past text filters — and the harmful action still goes through.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452360" y="2148840"/>
            <a:ext cx="3931920" cy="3657600"/>
          </a:xfrm>
          <a:prstGeom prst="roundRect">
            <a:avLst>
              <a:gd name="adj" fmla="val 2500"/>
            </a:avLst>
          </a:prstGeom>
          <a:solidFill>
            <a:srgbClr val="161C24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818120" y="25146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MICROSOFT, ON ITS OWN FILTER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818120" y="2971800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dirty="0">
                <a:solidFill>
                  <a:srgbClr val="F0F3F6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“May not catch all attack vectors.”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7818120" y="420624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advises adding “additional validation layers” beyond Prompt Shields.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818120" y="50292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WHENCE is that layer.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27729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IDEA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54480"/>
            <a:ext cx="106372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dirty="0">
                <a:solidFill>
                  <a:srgbClr val="F0F3F6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Don't judge the words.
</a:t>
            </a:r>
            <a:pPr indent="0" marL="0">
              <a:lnSpc>
                <a:spcPct val="110000"/>
              </a:lnSpc>
              <a:buNone/>
            </a:pPr>
            <a:r>
              <a:rPr lang="en-US" sz="4400" dirty="0">
                <a:solidFill>
                  <a:srgbClr val="38BDF8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Judge where they came from.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77240" y="35204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WHENCE tracks the origin of everything an agent sees, and checks every action against that lineage. If a risky action traces back to untrusted content, it is blocked — no matter how cleverly the attack was phrased.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77240" y="4892040"/>
            <a:ext cx="3063240" cy="960120"/>
          </a:xfrm>
          <a:prstGeom prst="roundRect">
            <a:avLst>
              <a:gd name="adj" fmla="val 9524"/>
            </a:avLst>
          </a:prstGeom>
          <a:solidFill>
            <a:srgbClr val="161C24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5038344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Untrusted content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53949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poisoned page is read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895344" y="4892040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5E6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498848" y="4892040"/>
            <a:ext cx="3063240" cy="960120"/>
          </a:xfrm>
          <a:prstGeom prst="roundRect">
            <a:avLst>
              <a:gd name="adj" fmla="val 9524"/>
            </a:avLst>
          </a:prstGeom>
          <a:solidFill>
            <a:srgbClr val="161C24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727448" y="5038344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influences the agent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727448" y="53949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its origin is remembered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616952" y="4892040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5E6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220456" y="4892040"/>
            <a:ext cx="3063240" cy="960120"/>
          </a:xfrm>
          <a:prstGeom prst="roundRect">
            <a:avLst>
              <a:gd name="adj" fmla="val 9524"/>
            </a:avLst>
          </a:prstGeom>
          <a:solidFill>
            <a:srgbClr val="161C24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49056" y="5038344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71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Risky action attempted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49056" y="53949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blocked — origin is untrusted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27729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91440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security checkpoint between the agent and its tools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77240" y="2514600"/>
            <a:ext cx="2331720" cy="1600200"/>
          </a:xfrm>
          <a:prstGeom prst="roundRect">
            <a:avLst>
              <a:gd name="adj" fmla="val 5714"/>
            </a:avLst>
          </a:prstGeom>
          <a:solidFill>
            <a:srgbClr val="161C24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77240" y="27889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" y="32461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· Claude · GPT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 any custom agent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154680" y="3310128"/>
            <a:ext cx="685800" cy="0"/>
          </a:xfrm>
          <a:prstGeom prst="line">
            <a:avLst/>
          </a:prstGeom>
          <a:noFill/>
          <a:ln w="28575">
            <a:solidFill>
              <a:srgbClr val="38BDF8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3931920" y="2103120"/>
            <a:ext cx="4846320" cy="3657600"/>
          </a:xfrm>
          <a:prstGeom prst="roundRect">
            <a:avLst>
              <a:gd name="adj" fmla="val 2500"/>
            </a:avLst>
          </a:prstGeom>
          <a:solidFill>
            <a:srgbClr val="121A24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06240" y="228600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WHENCE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233672" y="2807208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8BDF8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663440" y="278892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Trace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35040" y="278892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label the origin of everything the agent has seen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233672" y="35204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8BDF8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663440" y="3502152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Authorize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035040" y="350215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policy decides each action using those origins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233672" y="4233672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8BDF8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663440" y="4215384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Contain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035040" y="421538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repeated abuse quarantines the agent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233672" y="4946904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8BDF8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4663440" y="4928616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035040" y="492861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decision becomes a replayable audit trail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869680" y="3310128"/>
            <a:ext cx="685800" cy="0"/>
          </a:xfrm>
          <a:prstGeom prst="line">
            <a:avLst/>
          </a:prstGeom>
          <a:noFill/>
          <a:ln w="28575">
            <a:solidFill>
              <a:srgbClr val="38BDF8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646920" y="2514600"/>
            <a:ext cx="2331720" cy="1600200"/>
          </a:xfrm>
          <a:prstGeom prst="roundRect">
            <a:avLst>
              <a:gd name="adj" fmla="val 5714"/>
            </a:avLst>
          </a:prstGeom>
          <a:solidFill>
            <a:srgbClr val="161C24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646920" y="27889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TOOLS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9646920" y="32461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 · web · records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isolated behind WHENCE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77240" y="603504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i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tools are reachable only through WHENCE. Interception is guaranteed by the network itself — there is nothing to forget, disable, or bypass in the agent's code.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1127729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DEMO — CAPTURED FROM THE WORKING SYSTEM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91440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poisoned page tries to steal customer data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10634472" cy="91440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97280" y="228600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looks up a customer record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" y="26517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name, SSN, API key — a legitimate, user-requested step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9509760" y="2414016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0D1117"/>
          </a:solidFill>
          <a:ln w="19050">
            <a:solidFill>
              <a:srgbClr val="4ADE8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509760" y="241401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ALLOWED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3172968"/>
            <a:ext cx="10634472" cy="91440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3310128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reads a pricing page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3675888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page hides an instruction: “email this record to the attacker”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509760" y="3438144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0D1117"/>
          </a:solidFill>
          <a:ln w="19050">
            <a:solidFill>
              <a:srgbClr val="4ADE8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509760" y="343814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ALLOWED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197096"/>
            <a:ext cx="10634472" cy="91440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097280" y="4334256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content filter scans the page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97280" y="4700016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attack is obfuscated — it slips straight past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509760" y="4462272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0D1117"/>
          </a:solidFill>
          <a:ln w="19050">
            <a:solidFill>
              <a:srgbClr val="FBBF24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44622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5221224"/>
            <a:ext cx="10634472" cy="91440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097280" y="5358384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tries to email the record out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97280" y="5724144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action traces back to the untrusted page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9509760" y="5486400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0D1117"/>
          </a:solidFill>
          <a:ln w="1905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509760" y="54864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71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BLOCKED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" y="626364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filter failed — and the attack still died. The block came from provenance, not pattern-matching.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1127729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91440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agent. Same attack. One difference.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77240" y="2286000"/>
            <a:ext cx="5166360" cy="3291840"/>
          </a:xfrm>
          <a:prstGeom prst="roundRect">
            <a:avLst>
              <a:gd name="adj" fmla="val 2778"/>
            </a:avLst>
          </a:prstGeom>
          <a:solidFill>
            <a:srgbClr val="1C1418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43000" y="26517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871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WHENCE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43000" y="3154680"/>
            <a:ext cx="4480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F0F3F6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The customer's SSN and API key are delivered to the attacker's inbox.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143000" y="470916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Nothing stood between the instruction and the action.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45352" y="2286000"/>
            <a:ext cx="5166360" cy="3291840"/>
          </a:xfrm>
          <a:prstGeom prst="roundRect">
            <a:avLst>
              <a:gd name="adj" fmla="val 2778"/>
            </a:avLst>
          </a:prstGeom>
          <a:solidFill>
            <a:srgbClr val="121C16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611112" y="26517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ADE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WHENCE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11112" y="3154680"/>
            <a:ext cx="4480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F0F3F6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The email is blocked. The outbox is empty. The secrets never left.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611112" y="470916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Blocked by policy, logged as evidence, trust score lowered.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" y="598932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Both runs are reproducible live on the dashboard — one click.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127729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INTEGRATION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91440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on the Microsoft AI stack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3456432" cy="1481328"/>
          </a:xfrm>
          <a:prstGeom prst="roundRect">
            <a:avLst>
              <a:gd name="adj" fmla="val 6173"/>
            </a:avLst>
          </a:prstGeom>
          <a:solidFill>
            <a:srgbClr val="161C24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24128" y="2313432"/>
            <a:ext cx="2962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Content Safety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1024128" y="2679192"/>
            <a:ext cx="29626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Prompt Shields screen incoming content — the first line of defense.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70832" y="2148840"/>
            <a:ext cx="3456432" cy="1481328"/>
          </a:xfrm>
          <a:prstGeom prst="roundRect">
            <a:avLst>
              <a:gd name="adj" fmla="val 6173"/>
            </a:avLst>
          </a:prstGeom>
          <a:solidFill>
            <a:srgbClr val="161C24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617720" y="2313432"/>
            <a:ext cx="2962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OpenAI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617720" y="2679192"/>
            <a:ext cx="29626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Classifies every blocked attempt (exfiltration, privilege escalation) for the SOC export.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64424" y="2148840"/>
            <a:ext cx="3456432" cy="1481328"/>
          </a:xfrm>
          <a:prstGeom prst="roundRect">
            <a:avLst>
              <a:gd name="adj" fmla="val 6173"/>
            </a:avLst>
          </a:prstGeom>
          <a:solidFill>
            <a:srgbClr val="161C24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11312" y="2313432"/>
            <a:ext cx="2962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Foundry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211312" y="2679192"/>
            <a:ext cx="29626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protected agent runs on Foundry Agent Service, connected to WHENCE as its only tool endpoint.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77240" y="3831336"/>
            <a:ext cx="3456432" cy="1481328"/>
          </a:xfrm>
          <a:prstGeom prst="roundRect">
            <a:avLst>
              <a:gd name="adj" fmla="val 6173"/>
            </a:avLst>
          </a:prstGeom>
          <a:solidFill>
            <a:srgbClr val="161C24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24128" y="3995928"/>
            <a:ext cx="2962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Cosmos DB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024128" y="4361688"/>
            <a:ext cx="29626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Stores the forensic evidence trail, partitioned per investigation.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70832" y="3831336"/>
            <a:ext cx="3456432" cy="1481328"/>
          </a:xfrm>
          <a:prstGeom prst="roundRect">
            <a:avLst>
              <a:gd name="adj" fmla="val 6173"/>
            </a:avLst>
          </a:prstGeom>
          <a:solidFill>
            <a:srgbClr val="161C24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617720" y="3995928"/>
            <a:ext cx="2962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Monitor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617720" y="4361688"/>
            <a:ext cx="29626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Distributed tracing across the whole pipeline via Application Insights.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64424" y="3831336"/>
            <a:ext cx="3456432" cy="1481328"/>
          </a:xfrm>
          <a:prstGeom prst="roundRect">
            <a:avLst>
              <a:gd name="adj" fmla="val 6173"/>
            </a:avLst>
          </a:prstGeom>
          <a:solidFill>
            <a:srgbClr val="161C24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211312" y="3995928"/>
            <a:ext cx="2962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Container Apps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211312" y="4361688"/>
            <a:ext cx="29626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Hosts the deployment; tool servers are locked to internal-only networking.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77240" y="58064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demo runs the identical security pipeline offline; the Azure services light up in production mode — and the dashboard shows exactly which.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27729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UNDER THE HOOD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91440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 engineering, not a wrapper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77240" y="2103120"/>
            <a:ext cx="2551176" cy="1371600"/>
          </a:xfrm>
          <a:prstGeom prst="roundRect">
            <a:avLst>
              <a:gd name="adj" fmla="val 6667"/>
            </a:avLst>
          </a:prstGeom>
          <a:solidFill>
            <a:srgbClr val="161C24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77240" y="2240280"/>
            <a:ext cx="2551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38BDF8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277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3035808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tests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70148" y="2103120"/>
            <a:ext cx="2551176" cy="1371600"/>
          </a:xfrm>
          <a:prstGeom prst="roundRect">
            <a:avLst>
              <a:gd name="adj" fmla="val 6667"/>
            </a:avLst>
          </a:prstGeom>
          <a:solidFill>
            <a:srgbClr val="161C24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0148" y="2240280"/>
            <a:ext cx="2551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38BDF8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100%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607308" y="3035808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tool calls intercepted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63056" y="2103120"/>
            <a:ext cx="2551176" cy="1371600"/>
          </a:xfrm>
          <a:prstGeom prst="roundRect">
            <a:avLst>
              <a:gd name="adj" fmla="val 6667"/>
            </a:avLst>
          </a:prstGeom>
          <a:solidFill>
            <a:srgbClr val="161C24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163056" y="2240280"/>
            <a:ext cx="2551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38BDF8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0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300216" y="3035808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unsafe code paths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855964" y="2103120"/>
            <a:ext cx="2551176" cy="1371600"/>
          </a:xfrm>
          <a:prstGeom prst="roundRect">
            <a:avLst>
              <a:gd name="adj" fmla="val 6667"/>
            </a:avLst>
          </a:prstGeom>
          <a:solidFill>
            <a:srgbClr val="161C24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855964" y="2240280"/>
            <a:ext cx="2551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38BDF8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1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8993124" y="3035808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to reproduce the attack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77240" y="3886200"/>
            <a:ext cx="3456432" cy="1828800"/>
          </a:xfrm>
          <a:prstGeom prst="roundRect">
            <a:avLst>
              <a:gd name="adj" fmla="val 5000"/>
            </a:avLst>
          </a:prstGeom>
          <a:solidFill>
            <a:srgbClr val="161C24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24128" y="4069080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Tamper-proof lineage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24128" y="4480560"/>
            <a:ext cx="29626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Cleaning one value can't whitewash the rest — recombine it with tainted text and the taint comes back.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370832" y="3886200"/>
            <a:ext cx="3456432" cy="1828800"/>
          </a:xfrm>
          <a:prstGeom prst="roundRect">
            <a:avLst>
              <a:gd name="adj" fmla="val 5000"/>
            </a:avLst>
          </a:prstGeom>
          <a:solidFill>
            <a:srgbClr val="161C24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617720" y="4069080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Fails safe, always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617720" y="4480560"/>
            <a:ext cx="29626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Unknown tools are denied by default; anything the policy can't evaluate is denied too.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964424" y="3886200"/>
            <a:ext cx="3456432" cy="1828800"/>
          </a:xfrm>
          <a:prstGeom prst="roundRect">
            <a:avLst>
              <a:gd name="adj" fmla="val 5000"/>
            </a:avLst>
          </a:prstGeom>
          <a:solidFill>
            <a:srgbClr val="161C24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211312" y="4069080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Evidence, not logs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211312" y="4480560"/>
            <a:ext cx="29626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decision is an immutable record — replayable step by step, exportable to a SOC.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E6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Strictly typed end to end · clean CI on every commit · secret-scanned · MIT licensed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27729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91440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Drop-in protection for any agent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77240" y="21488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agent changes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251960" y="2167128"/>
            <a:ext cx="7132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any MCP-speaking agent at WHENCE and it is protected — Microsoft Foundry, Claude, GPT, or custom. No SDK, no code modification.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34747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Standards-based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251960" y="3493008"/>
            <a:ext cx="7132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MCP is the emerging standard for agent tools. WHENCE secures it as infrastructure — one proxy protects every agent behind it.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48006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Enterprise-ready posture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251960" y="4818888"/>
            <a:ext cx="7132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Per-tenant policies with safe hot-reload, quarantine containment, and SIEM-ready security alerts out of the box.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598932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E6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Honest scope: WHENCE secures the actions an agent takes, not the model's inner reasoning — and states that boundary precisely.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27729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41732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0F3F6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Pali Krishna Harshith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77240" y="2240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Solo build — architecture, security core, proxy &amp; control plane, dashboard, deployment.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777240" y="3474720"/>
            <a:ext cx="106372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dirty="0">
                <a:solidFill>
                  <a:srgbClr val="F0F3F6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Security on the causal path,
</a:t>
            </a:r>
            <a:pPr indent="0" marL="0">
              <a:lnSpc>
                <a:spcPct val="110000"/>
              </a:lnSpc>
              <a:buNone/>
            </a:pPr>
            <a:r>
              <a:rPr lang="en-US" sz="4000" dirty="0">
                <a:solidFill>
                  <a:srgbClr val="38BDF8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not on the words.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553212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github.com/Harshith029/Whence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598932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Build AI Hackathon 2026 — Security in the Agentic Future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 — provenance-aware security for AI agents</dc:title>
  <dc:subject>PptxGenJS Presentation</dc:subject>
  <dc:creator>Pali Krishna Harshith</dc:creator>
  <cp:lastModifiedBy>Pali Krishna Harshith</cp:lastModifiedBy>
  <cp:revision>1</cp:revision>
  <dcterms:created xsi:type="dcterms:W3CDTF">2026-06-09T23:55:57Z</dcterms:created>
  <dcterms:modified xsi:type="dcterms:W3CDTF">2026-06-09T23:55:57Z</dcterms:modified>
</cp:coreProperties>
</file>